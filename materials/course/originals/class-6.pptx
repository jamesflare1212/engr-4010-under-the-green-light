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3_CAD2F094.xml" ContentType="application/vnd.ms-powerpoint.comments+xml"/>
  <Override PartName="/ppt/comments/modernComment_104_EE295A40.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9" r:id="rId4"/>
    <p:sldId id="327" r:id="rId5"/>
    <p:sldId id="259" r:id="rId6"/>
    <p:sldId id="260" r:id="rId7"/>
    <p:sldId id="263" r:id="rId8"/>
    <p:sldId id="261" r:id="rId9"/>
    <p:sldId id="262" r:id="rId10"/>
    <p:sldId id="264" r:id="rId11"/>
    <p:sldId id="265" r:id="rId12"/>
    <p:sldId id="266" r:id="rId13"/>
    <p:sldId id="267" r:id="rId14"/>
    <p:sldId id="268"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AE8B84-29CF-1D81-8426-64B395489610}" name="Youmans, Amy Corron" initials="YA" userId="S::corroa@rpi.edu::aaae4432-b4d0-41ba-85f7-e898880d00d6" providerId="AD"/>
  <p188:author id="{E313BDB7-F710-A2D0-DC84-886ED6F36C20}" name="Teig, Trisha" initials="TT" userId="S::teigt@rpi.edu::c5460aa8-beb2-4621-bc81-4186552dc3f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5BBB47-B7FE-D42A-A916-9F811A04E1DD}" v="18" dt="2026-09-30T14:36:52.173"/>
    <p1510:client id="{D5B90641-0AA6-CD98-E605-77FDF4F4CA94}" v="1" dt="2026-09-30T16:09:58.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74" d="100"/>
          <a:sy n="74" d="100"/>
        </p:scale>
        <p:origin x="18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umans, Amy Corron" userId="S::corroa@rpi.edu::aaae4432-b4d0-41ba-85f7-e898880d00d6" providerId="AD" clId="Web-{A85BBB47-B7FE-D42A-A916-9F811A04E1DD}"/>
    <pc:docChg chg="addSld modSld sldOrd">
      <pc:chgData name="Youmans, Amy Corron" userId="S::corroa@rpi.edu::aaae4432-b4d0-41ba-85f7-e898880d00d6" providerId="AD" clId="Web-{A85BBB47-B7FE-D42A-A916-9F811A04E1DD}" dt="2026-09-30T14:36:50.861" v="16" actId="20577"/>
      <pc:docMkLst>
        <pc:docMk/>
      </pc:docMkLst>
      <pc:sldChg chg="modSp add ord replId">
        <pc:chgData name="Youmans, Amy Corron" userId="S::corroa@rpi.edu::aaae4432-b4d0-41ba-85f7-e898880d00d6" providerId="AD" clId="Web-{A85BBB47-B7FE-D42A-A916-9F811A04E1DD}" dt="2026-09-30T14:36:50.861" v="16" actId="20577"/>
        <pc:sldMkLst>
          <pc:docMk/>
          <pc:sldMk cId="2866616520" sldId="269"/>
        </pc:sldMkLst>
        <pc:spChg chg="mod">
          <ac:chgData name="Youmans, Amy Corron" userId="S::corroa@rpi.edu::aaae4432-b4d0-41ba-85f7-e898880d00d6" providerId="AD" clId="Web-{A85BBB47-B7FE-D42A-A916-9F811A04E1DD}" dt="2026-09-30T14:36:50.861" v="16" actId="20577"/>
          <ac:spMkLst>
            <pc:docMk/>
            <pc:sldMk cId="2866616520" sldId="269"/>
            <ac:spMk id="2" creationId="{9927F65E-C63B-6509-1308-34DAC593FB93}"/>
          </ac:spMkLst>
        </pc:spChg>
        <pc:spChg chg="mod">
          <ac:chgData name="Youmans, Amy Corron" userId="S::corroa@rpi.edu::aaae4432-b4d0-41ba-85f7-e898880d00d6" providerId="AD" clId="Web-{A85BBB47-B7FE-D42A-A916-9F811A04E1DD}" dt="2026-09-30T14:36:21.048" v="2" actId="20577"/>
          <ac:spMkLst>
            <pc:docMk/>
            <pc:sldMk cId="2866616520" sldId="269"/>
            <ac:spMk id="3" creationId="{8E1578EC-2FF1-950A-85FC-A6F6F5E54906}"/>
          </ac:spMkLst>
        </pc:spChg>
      </pc:sldChg>
    </pc:docChg>
  </pc:docChgLst>
  <pc:docChgLst>
    <pc:chgData name="Youmans, Amy Corron" userId="S::corroa@rpi.edu::aaae4432-b4d0-41ba-85f7-e898880d00d6" providerId="AD" clId="Web-{D5B90641-0AA6-CD98-E605-77FDF4F4CA94}"/>
    <pc:docChg chg="addSld">
      <pc:chgData name="Youmans, Amy Corron" userId="S::corroa@rpi.edu::aaae4432-b4d0-41ba-85f7-e898880d00d6" providerId="AD" clId="Web-{D5B90641-0AA6-CD98-E605-77FDF4F4CA94}" dt="2026-09-30T16:09:58.921" v="0"/>
      <pc:docMkLst>
        <pc:docMk/>
      </pc:docMkLst>
      <pc:sldChg chg="add">
        <pc:chgData name="Youmans, Amy Corron" userId="S::corroa@rpi.edu::aaae4432-b4d0-41ba-85f7-e898880d00d6" providerId="AD" clId="Web-{D5B90641-0AA6-CD98-E605-77FDF4F4CA94}" dt="2026-09-30T16:09:58.921" v="0"/>
        <pc:sldMkLst>
          <pc:docMk/>
          <pc:sldMk cId="3867830290" sldId="270"/>
        </pc:sldMkLst>
      </pc:sldChg>
    </pc:docChg>
  </pc:docChgLst>
  <pc:docChgLst>
    <pc:chgData name="Youmans, Amy Corron" userId="S::corroa@rpi.edu::aaae4432-b4d0-41ba-85f7-e898880d00d6" providerId="AD" clId="Web-{C7A5BFE2-5528-A3FD-2699-34BDC83A048B}"/>
    <pc:docChg chg="mod modSld">
      <pc:chgData name="Youmans, Amy Corron" userId="S::corroa@rpi.edu::aaae4432-b4d0-41ba-85f7-e898880d00d6" providerId="AD" clId="Web-{C7A5BFE2-5528-A3FD-2699-34BDC83A048B}" dt="2026-09-24T15:38:01.838" v="66" actId="20577"/>
      <pc:docMkLst>
        <pc:docMk/>
      </pc:docMkLst>
      <pc:sldChg chg="modSp">
        <pc:chgData name="Youmans, Amy Corron" userId="S::corroa@rpi.edu::aaae4432-b4d0-41ba-85f7-e898880d00d6" providerId="AD" clId="Web-{C7A5BFE2-5528-A3FD-2699-34BDC83A048B}" dt="2026-09-24T15:21:37.002" v="13" actId="20577"/>
        <pc:sldMkLst>
          <pc:docMk/>
          <pc:sldMk cId="787294823" sldId="258"/>
        </pc:sldMkLst>
        <pc:spChg chg="mod">
          <ac:chgData name="Youmans, Amy Corron" userId="S::corroa@rpi.edu::aaae4432-b4d0-41ba-85f7-e898880d00d6" providerId="AD" clId="Web-{C7A5BFE2-5528-A3FD-2699-34BDC83A048B}" dt="2026-09-24T15:21:37.002" v="13" actId="20577"/>
          <ac:spMkLst>
            <pc:docMk/>
            <pc:sldMk cId="787294823" sldId="258"/>
            <ac:spMk id="3" creationId="{42CE3337-B870-47ED-B5B1-2BE55FABD857}"/>
          </ac:spMkLst>
        </pc:spChg>
      </pc:sldChg>
      <pc:sldChg chg="addSp delSp modSp">
        <pc:chgData name="Youmans, Amy Corron" userId="S::corroa@rpi.edu::aaae4432-b4d0-41ba-85f7-e898880d00d6" providerId="AD" clId="Web-{C7A5BFE2-5528-A3FD-2699-34BDC83A048B}" dt="2026-09-24T13:43:02.514" v="10"/>
        <pc:sldMkLst>
          <pc:docMk/>
          <pc:sldMk cId="3402821780" sldId="259"/>
        </pc:sldMkLst>
        <pc:spChg chg="mod">
          <ac:chgData name="Youmans, Amy Corron" userId="S::corroa@rpi.edu::aaae4432-b4d0-41ba-85f7-e898880d00d6" providerId="AD" clId="Web-{C7A5BFE2-5528-A3FD-2699-34BDC83A048B}" dt="2026-09-24T13:43:02.514" v="10"/>
          <ac:spMkLst>
            <pc:docMk/>
            <pc:sldMk cId="3402821780" sldId="259"/>
            <ac:spMk id="2" creationId="{53792EE1-88DB-C33A-85D7-A946D3F83DCF}"/>
          </ac:spMkLst>
        </pc:spChg>
        <pc:spChg chg="add">
          <ac:chgData name="Youmans, Amy Corron" userId="S::corroa@rpi.edu::aaae4432-b4d0-41ba-85f7-e898880d00d6" providerId="AD" clId="Web-{C7A5BFE2-5528-A3FD-2699-34BDC83A048B}" dt="2026-09-24T13:43:02.514" v="10"/>
          <ac:spMkLst>
            <pc:docMk/>
            <pc:sldMk cId="3402821780" sldId="259"/>
            <ac:spMk id="60" creationId="{9B7AD9F6-8CE7-4299-8FC6-328F4DCD3FF9}"/>
          </ac:spMkLst>
        </pc:spChg>
        <pc:spChg chg="add">
          <ac:chgData name="Youmans, Amy Corron" userId="S::corroa@rpi.edu::aaae4432-b4d0-41ba-85f7-e898880d00d6" providerId="AD" clId="Web-{C7A5BFE2-5528-A3FD-2699-34BDC83A048B}" dt="2026-09-24T13:43:02.514" v="10"/>
          <ac:spMkLst>
            <pc:docMk/>
            <pc:sldMk cId="3402821780" sldId="259"/>
            <ac:spMk id="62" creationId="{F49775AF-8896-43EE-92C6-83497D6DC56F}"/>
          </ac:spMkLst>
        </pc:spChg>
        <pc:picChg chg="add">
          <ac:chgData name="Youmans, Amy Corron" userId="S::corroa@rpi.edu::aaae4432-b4d0-41ba-85f7-e898880d00d6" providerId="AD" clId="Web-{C7A5BFE2-5528-A3FD-2699-34BDC83A048B}" dt="2026-09-24T13:43:02.514" v="10"/>
          <ac:picMkLst>
            <pc:docMk/>
            <pc:sldMk cId="3402821780" sldId="259"/>
            <ac:picMk id="56" creationId="{D467DFAB-0DF7-75DF-757E-15F2B28F6BF7}"/>
          </ac:picMkLst>
        </pc:picChg>
      </pc:sldChg>
      <pc:sldChg chg="modTransition addAnim modAnim">
        <pc:chgData name="Youmans, Amy Corron" userId="S::corroa@rpi.edu::aaae4432-b4d0-41ba-85f7-e898880d00d6" providerId="AD" clId="Web-{C7A5BFE2-5528-A3FD-2699-34BDC83A048B}" dt="2026-09-24T13:42:12.497" v="8"/>
        <pc:sldMkLst>
          <pc:docMk/>
          <pc:sldMk cId="3995687488" sldId="260"/>
        </pc:sldMkLst>
      </pc:sldChg>
      <pc:sldChg chg="modSp">
        <pc:chgData name="Youmans, Amy Corron" userId="S::corroa@rpi.edu::aaae4432-b4d0-41ba-85f7-e898880d00d6" providerId="AD" clId="Web-{C7A5BFE2-5528-A3FD-2699-34BDC83A048B}" dt="2026-09-24T15:23:03.302" v="16" actId="20577"/>
        <pc:sldMkLst>
          <pc:docMk/>
          <pc:sldMk cId="3742442590" sldId="261"/>
        </pc:sldMkLst>
        <pc:spChg chg="mod">
          <ac:chgData name="Youmans, Amy Corron" userId="S::corroa@rpi.edu::aaae4432-b4d0-41ba-85f7-e898880d00d6" providerId="AD" clId="Web-{C7A5BFE2-5528-A3FD-2699-34BDC83A048B}" dt="2026-09-24T15:23:03.302" v="16" actId="20577"/>
          <ac:spMkLst>
            <pc:docMk/>
            <pc:sldMk cId="3742442590" sldId="261"/>
            <ac:spMk id="94" creationId="{0C84BD58-B76F-7C84-A0B3-E41552DA5D00}"/>
          </ac:spMkLst>
        </pc:spChg>
      </pc:sldChg>
      <pc:sldChg chg="modSp">
        <pc:chgData name="Youmans, Amy Corron" userId="S::corroa@rpi.edu::aaae4432-b4d0-41ba-85f7-e898880d00d6" providerId="AD" clId="Web-{C7A5BFE2-5528-A3FD-2699-34BDC83A048B}" dt="2026-09-24T15:38:01.838" v="66" actId="20577"/>
        <pc:sldMkLst>
          <pc:docMk/>
          <pc:sldMk cId="3945496208" sldId="265"/>
        </pc:sldMkLst>
        <pc:spChg chg="mod">
          <ac:chgData name="Youmans, Amy Corron" userId="S::corroa@rpi.edu::aaae4432-b4d0-41ba-85f7-e898880d00d6" providerId="AD" clId="Web-{C7A5BFE2-5528-A3FD-2699-34BDC83A048B}" dt="2026-09-24T15:38:01.838" v="66" actId="20577"/>
          <ac:spMkLst>
            <pc:docMk/>
            <pc:sldMk cId="3945496208" sldId="265"/>
            <ac:spMk id="94" creationId="{1234EDD8-E1FE-64E2-C5C0-7813B27A7216}"/>
          </ac:spMkLst>
        </pc:spChg>
      </pc:sldChg>
      <pc:sldChg chg="modSp">
        <pc:chgData name="Youmans, Amy Corron" userId="S::corroa@rpi.edu::aaae4432-b4d0-41ba-85f7-e898880d00d6" providerId="AD" clId="Web-{C7A5BFE2-5528-A3FD-2699-34BDC83A048B}" dt="2026-09-24T15:36:14.740" v="25" actId="20577"/>
        <pc:sldMkLst>
          <pc:docMk/>
          <pc:sldMk cId="56280343" sldId="266"/>
        </pc:sldMkLst>
        <pc:spChg chg="mod">
          <ac:chgData name="Youmans, Amy Corron" userId="S::corroa@rpi.edu::aaae4432-b4d0-41ba-85f7-e898880d00d6" providerId="AD" clId="Web-{C7A5BFE2-5528-A3FD-2699-34BDC83A048B}" dt="2026-09-24T15:36:14.740" v="25" actId="20577"/>
          <ac:spMkLst>
            <pc:docMk/>
            <pc:sldMk cId="56280343" sldId="266"/>
            <ac:spMk id="94" creationId="{1325D1EC-A656-1721-2394-D2ACA7FE01AC}"/>
          </ac:spMkLst>
        </pc:spChg>
      </pc:sldChg>
    </pc:docChg>
  </pc:docChgLst>
  <pc:docChgLst>
    <pc:chgData name="Youmans, Amy Corron" userId="S::corroa@rpi.edu::aaae4432-b4d0-41ba-85f7-e898880d00d6" providerId="AD" clId="Web-{8C75EA94-A50C-8A1E-F2F3-33378DD3539F}"/>
    <pc:docChg chg="modSld">
      <pc:chgData name="Youmans, Amy Corron" userId="S::corroa@rpi.edu::aaae4432-b4d0-41ba-85f7-e898880d00d6" providerId="AD" clId="Web-{8C75EA94-A50C-8A1E-F2F3-33378DD3539F}" dt="2026-09-28T15:42:44.548" v="12" actId="20577"/>
      <pc:docMkLst>
        <pc:docMk/>
      </pc:docMkLst>
      <pc:sldChg chg="modSp">
        <pc:chgData name="Youmans, Amy Corron" userId="S::corroa@rpi.edu::aaae4432-b4d0-41ba-85f7-e898880d00d6" providerId="AD" clId="Web-{8C75EA94-A50C-8A1E-F2F3-33378DD3539F}" dt="2026-09-28T15:42:44.548" v="12" actId="20577"/>
        <pc:sldMkLst>
          <pc:docMk/>
          <pc:sldMk cId="3402821780" sldId="259"/>
        </pc:sldMkLst>
        <pc:spChg chg="mod">
          <ac:chgData name="Youmans, Amy Corron" userId="S::corroa@rpi.edu::aaae4432-b4d0-41ba-85f7-e898880d00d6" providerId="AD" clId="Web-{8C75EA94-A50C-8A1E-F2F3-33378DD3539F}" dt="2026-09-28T15:42:44.548" v="12" actId="20577"/>
          <ac:spMkLst>
            <pc:docMk/>
            <pc:sldMk cId="3402821780" sldId="259"/>
            <ac:spMk id="2" creationId="{53792EE1-88DB-C33A-85D7-A946D3F83DCF}"/>
          </ac:spMkLst>
        </pc:spChg>
      </pc:sldChg>
    </pc:docChg>
  </pc:docChgLst>
  <pc:docChgLst>
    <pc:chgData name="Teig, Trisha" userId="S::teigt@rpi.edu::c5460aa8-beb2-4621-bc81-4186552dc3f0" providerId="AD" clId="Web-{3FB3A689-E144-F0C7-FE88-FF7035E6A998}"/>
    <pc:docChg chg="mod modSld">
      <pc:chgData name="Teig, Trisha" userId="S::teigt@rpi.edu::c5460aa8-beb2-4621-bc81-4186552dc3f0" providerId="AD" clId="Web-{3FB3A689-E144-F0C7-FE88-FF7035E6A998}" dt="2026-09-23T14:58:03.852" v="4" actId="20577"/>
      <pc:docMkLst>
        <pc:docMk/>
      </pc:docMkLst>
      <pc:sldChg chg="modSp">
        <pc:chgData name="Teig, Trisha" userId="S::teigt@rpi.edu::c5460aa8-beb2-4621-bc81-4186552dc3f0" providerId="AD" clId="Web-{3FB3A689-E144-F0C7-FE88-FF7035E6A998}" dt="2026-09-23T14:58:03.852" v="4" actId="20577"/>
        <pc:sldMkLst>
          <pc:docMk/>
          <pc:sldMk cId="3945496208" sldId="265"/>
        </pc:sldMkLst>
        <pc:spChg chg="mod">
          <ac:chgData name="Teig, Trisha" userId="S::teigt@rpi.edu::c5460aa8-beb2-4621-bc81-4186552dc3f0" providerId="AD" clId="Web-{3FB3A689-E144-F0C7-FE88-FF7035E6A998}" dt="2026-09-23T14:58:03.852" v="4" actId="20577"/>
          <ac:spMkLst>
            <pc:docMk/>
            <pc:sldMk cId="3945496208" sldId="265"/>
            <ac:spMk id="94" creationId="{1234EDD8-E1FE-64E2-C5C0-7813B27A7216}"/>
          </ac:spMkLst>
        </pc:spChg>
      </pc:sldChg>
    </pc:docChg>
  </pc:docChgLst>
  <pc:docChgLst>
    <pc:chgData name="Youmans, Amy Corron" userId="S::corroa@rpi.edu::aaae4432-b4d0-41ba-85f7-e898880d00d6" providerId="AD" clId="Web-{7DDD76E2-0F9D-735E-E62E-95F07CB2FC39}"/>
    <pc:docChg chg="addSld delSld modSld sldOrd">
      <pc:chgData name="Youmans, Amy Corron" userId="S::corroa@rpi.edu::aaae4432-b4d0-41ba-85f7-e898880d00d6" providerId="AD" clId="Web-{7DDD76E2-0F9D-735E-E62E-95F07CB2FC39}" dt="2026-09-22T15:25:05.068" v="962" actId="20577"/>
      <pc:docMkLst>
        <pc:docMk/>
      </pc:docMkLst>
      <pc:sldChg chg="addSp modSp add ord">
        <pc:chgData name="Youmans, Amy Corron" userId="S::corroa@rpi.edu::aaae4432-b4d0-41ba-85f7-e898880d00d6" providerId="AD" clId="Web-{7DDD76E2-0F9D-735E-E62E-95F07CB2FC39}" dt="2026-09-22T14:24:07.426" v="55" actId="20577"/>
        <pc:sldMkLst>
          <pc:docMk/>
          <pc:sldMk cId="946340804" sldId="257"/>
        </pc:sldMkLst>
        <pc:spChg chg="mod">
          <ac:chgData name="Youmans, Amy Corron" userId="S::corroa@rpi.edu::aaae4432-b4d0-41ba-85f7-e898880d00d6" providerId="AD" clId="Web-{7DDD76E2-0F9D-735E-E62E-95F07CB2FC39}" dt="2026-09-22T14:24:07.426" v="55" actId="20577"/>
          <ac:spMkLst>
            <pc:docMk/>
            <pc:sldMk cId="946340804" sldId="257"/>
            <ac:spMk id="3" creationId="{F87B669B-58DA-B2C8-E050-F68B8741A0FC}"/>
          </ac:spMkLst>
        </pc:spChg>
        <pc:spChg chg="add">
          <ac:chgData name="Youmans, Amy Corron" userId="S::corroa@rpi.edu::aaae4432-b4d0-41ba-85f7-e898880d00d6" providerId="AD" clId="Web-{7DDD76E2-0F9D-735E-E62E-95F07CB2FC39}" dt="2026-09-22T14:23:36.738" v="35"/>
          <ac:spMkLst>
            <pc:docMk/>
            <pc:sldMk cId="946340804" sldId="257"/>
            <ac:spMk id="8" creationId="{59EF30C2-29AC-4A0D-BC0A-A679CF113EDD}"/>
          </ac:spMkLst>
        </pc:spChg>
        <pc:spChg chg="add">
          <ac:chgData name="Youmans, Amy Corron" userId="S::corroa@rpi.edu::aaae4432-b4d0-41ba-85f7-e898880d00d6" providerId="AD" clId="Web-{7DDD76E2-0F9D-735E-E62E-95F07CB2FC39}" dt="2026-09-22T14:23:36.738" v="35"/>
          <ac:spMkLst>
            <pc:docMk/>
            <pc:sldMk cId="946340804" sldId="257"/>
            <ac:spMk id="10" creationId="{9C682A1A-5B2D-4111-BBD6-620165633E5B}"/>
          </ac:spMkLst>
        </pc:spChg>
        <pc:spChg chg="add">
          <ac:chgData name="Youmans, Amy Corron" userId="S::corroa@rpi.edu::aaae4432-b4d0-41ba-85f7-e898880d00d6" providerId="AD" clId="Web-{7DDD76E2-0F9D-735E-E62E-95F07CB2FC39}" dt="2026-09-22T14:23:36.738" v="35"/>
          <ac:spMkLst>
            <pc:docMk/>
            <pc:sldMk cId="946340804" sldId="257"/>
            <ac:spMk id="14" creationId="{A04F1504-431A-4D86-9091-AE7E4B33376B}"/>
          </ac:spMkLst>
        </pc:spChg>
        <pc:spChg chg="add">
          <ac:chgData name="Youmans, Amy Corron" userId="S::corroa@rpi.edu::aaae4432-b4d0-41ba-85f7-e898880d00d6" providerId="AD" clId="Web-{7DDD76E2-0F9D-735E-E62E-95F07CB2FC39}" dt="2026-09-22T14:23:36.738" v="35"/>
          <ac:spMkLst>
            <pc:docMk/>
            <pc:sldMk cId="946340804" sldId="257"/>
            <ac:spMk id="16" creationId="{EA804283-B929-4503-802F-4585376E2B42}"/>
          </ac:spMkLst>
        </pc:spChg>
        <pc:spChg chg="add">
          <ac:chgData name="Youmans, Amy Corron" userId="S::corroa@rpi.edu::aaae4432-b4d0-41ba-85f7-e898880d00d6" providerId="AD" clId="Web-{7DDD76E2-0F9D-735E-E62E-95F07CB2FC39}" dt="2026-09-22T14:23:36.738" v="35"/>
          <ac:spMkLst>
            <pc:docMk/>
            <pc:sldMk cId="946340804" sldId="257"/>
            <ac:spMk id="18" creationId="{AD3811F5-514E-49A4-B382-673ED228A4CC}"/>
          </ac:spMkLst>
        </pc:spChg>
        <pc:spChg chg="add">
          <ac:chgData name="Youmans, Amy Corron" userId="S::corroa@rpi.edu::aaae4432-b4d0-41ba-85f7-e898880d00d6" providerId="AD" clId="Web-{7DDD76E2-0F9D-735E-E62E-95F07CB2FC39}" dt="2026-09-22T14:23:36.738" v="35"/>
          <ac:spMkLst>
            <pc:docMk/>
            <pc:sldMk cId="946340804" sldId="257"/>
            <ac:spMk id="20" creationId="{067AD921-1CEE-4C1B-9AA3-C66D908DDD14}"/>
          </ac:spMkLst>
        </pc:spChg>
        <pc:spChg chg="add">
          <ac:chgData name="Youmans, Amy Corron" userId="S::corroa@rpi.edu::aaae4432-b4d0-41ba-85f7-e898880d00d6" providerId="AD" clId="Web-{7DDD76E2-0F9D-735E-E62E-95F07CB2FC39}" dt="2026-09-22T14:23:36.738" v="35"/>
          <ac:spMkLst>
            <pc:docMk/>
            <pc:sldMk cId="946340804" sldId="257"/>
            <ac:spMk id="22" creationId="{C36A08F5-3B56-47C5-A371-9187BE56E1E5}"/>
          </ac:spMkLst>
        </pc:spChg>
        <pc:cxnChg chg="add">
          <ac:chgData name="Youmans, Amy Corron" userId="S::corroa@rpi.edu::aaae4432-b4d0-41ba-85f7-e898880d00d6" providerId="AD" clId="Web-{7DDD76E2-0F9D-735E-E62E-95F07CB2FC39}" dt="2026-09-22T14:23:36.738" v="35"/>
          <ac:cxnSpMkLst>
            <pc:docMk/>
            <pc:sldMk cId="946340804" sldId="257"/>
            <ac:cxnSpMk id="12" creationId="{266A0658-1CC4-4B0D-AAB7-A702286AFB03}"/>
          </ac:cxnSpMkLst>
        </pc:cxnChg>
      </pc:sldChg>
      <pc:sldChg chg="addSp delSp modSp new mod setBg">
        <pc:chgData name="Youmans, Amy Corron" userId="S::corroa@rpi.edu::aaae4432-b4d0-41ba-85f7-e898880d00d6" providerId="AD" clId="Web-{7DDD76E2-0F9D-735E-E62E-95F07CB2FC39}" dt="2026-09-22T14:33:39.957" v="163" actId="20577"/>
        <pc:sldMkLst>
          <pc:docMk/>
          <pc:sldMk cId="787294823" sldId="258"/>
        </pc:sldMkLst>
        <pc:spChg chg="mod">
          <ac:chgData name="Youmans, Amy Corron" userId="S::corroa@rpi.edu::aaae4432-b4d0-41ba-85f7-e898880d00d6" providerId="AD" clId="Web-{7DDD76E2-0F9D-735E-E62E-95F07CB2FC39}" dt="2026-09-22T14:32:38.692" v="124"/>
          <ac:spMkLst>
            <pc:docMk/>
            <pc:sldMk cId="787294823" sldId="258"/>
            <ac:spMk id="2" creationId="{6AE6740D-4AC6-0595-C6F0-4AABBB138D0A}"/>
          </ac:spMkLst>
        </pc:spChg>
        <pc:spChg chg="mod">
          <ac:chgData name="Youmans, Amy Corron" userId="S::corroa@rpi.edu::aaae4432-b4d0-41ba-85f7-e898880d00d6" providerId="AD" clId="Web-{7DDD76E2-0F9D-735E-E62E-95F07CB2FC39}" dt="2026-09-22T14:33:39.957" v="163" actId="20577"/>
          <ac:spMkLst>
            <pc:docMk/>
            <pc:sldMk cId="787294823" sldId="258"/>
            <ac:spMk id="3" creationId="{42CE3337-B870-47ED-B5B1-2BE55FABD857}"/>
          </ac:spMkLst>
        </pc:spChg>
        <pc:spChg chg="add">
          <ac:chgData name="Youmans, Amy Corron" userId="S::corroa@rpi.edu::aaae4432-b4d0-41ba-85f7-e898880d00d6" providerId="AD" clId="Web-{7DDD76E2-0F9D-735E-E62E-95F07CB2FC39}" dt="2026-09-22T14:32:38.692" v="124"/>
          <ac:spMkLst>
            <pc:docMk/>
            <pc:sldMk cId="787294823" sldId="258"/>
            <ac:spMk id="27" creationId="{F837543A-6020-4505-A233-C9DB4BF74011}"/>
          </ac:spMkLst>
        </pc:spChg>
        <pc:spChg chg="add">
          <ac:chgData name="Youmans, Amy Corron" userId="S::corroa@rpi.edu::aaae4432-b4d0-41ba-85f7-e898880d00d6" providerId="AD" clId="Web-{7DDD76E2-0F9D-735E-E62E-95F07CB2FC39}" dt="2026-09-22T14:32:38.692" v="124"/>
          <ac:spMkLst>
            <pc:docMk/>
            <pc:sldMk cId="787294823" sldId="258"/>
            <ac:spMk id="31" creationId="{C3C0D90E-074A-4F52-9B11-B52BEF4BCBE5}"/>
          </ac:spMkLst>
        </pc:spChg>
        <pc:spChg chg="add">
          <ac:chgData name="Youmans, Amy Corron" userId="S::corroa@rpi.edu::aaae4432-b4d0-41ba-85f7-e898880d00d6" providerId="AD" clId="Web-{7DDD76E2-0F9D-735E-E62E-95F07CB2FC39}" dt="2026-09-22T14:32:38.692" v="124"/>
          <ac:spMkLst>
            <pc:docMk/>
            <pc:sldMk cId="787294823" sldId="258"/>
            <ac:spMk id="35" creationId="{83BA5EF5-1FE9-4BF9-83BB-269BCDDF6156}"/>
          </ac:spMkLst>
        </pc:spChg>
        <pc:spChg chg="add">
          <ac:chgData name="Youmans, Amy Corron" userId="S::corroa@rpi.edu::aaae4432-b4d0-41ba-85f7-e898880d00d6" providerId="AD" clId="Web-{7DDD76E2-0F9D-735E-E62E-95F07CB2FC39}" dt="2026-09-22T14:32:38.692" v="124"/>
          <ac:spMkLst>
            <pc:docMk/>
            <pc:sldMk cId="787294823" sldId="258"/>
            <ac:spMk id="39" creationId="{88853921-7BC9-4BDE-ACAB-133C683C82D6}"/>
          </ac:spMkLst>
        </pc:spChg>
        <pc:spChg chg="add">
          <ac:chgData name="Youmans, Amy Corron" userId="S::corroa@rpi.edu::aaae4432-b4d0-41ba-85f7-e898880d00d6" providerId="AD" clId="Web-{7DDD76E2-0F9D-735E-E62E-95F07CB2FC39}" dt="2026-09-22T14:32:38.692" v="124"/>
          <ac:spMkLst>
            <pc:docMk/>
            <pc:sldMk cId="787294823" sldId="258"/>
            <ac:spMk id="41" creationId="{09192968-3AE7-4470-A61C-97294BB92731}"/>
          </ac:spMkLst>
        </pc:spChg>
      </pc:sldChg>
      <pc:sldChg chg="addSp delSp modSp add replId">
        <pc:chgData name="Youmans, Amy Corron" userId="S::corroa@rpi.edu::aaae4432-b4d0-41ba-85f7-e898880d00d6" providerId="AD" clId="Web-{7DDD76E2-0F9D-735E-E62E-95F07CB2FC39}" dt="2026-09-22T14:36:48.160" v="236" actId="20577"/>
        <pc:sldMkLst>
          <pc:docMk/>
          <pc:sldMk cId="3402821780" sldId="259"/>
        </pc:sldMkLst>
        <pc:spChg chg="mod">
          <ac:chgData name="Youmans, Amy Corron" userId="S::corroa@rpi.edu::aaae4432-b4d0-41ba-85f7-e898880d00d6" providerId="AD" clId="Web-{7DDD76E2-0F9D-735E-E62E-95F07CB2FC39}" dt="2026-09-22T14:35:23.207" v="219"/>
          <ac:spMkLst>
            <pc:docMk/>
            <pc:sldMk cId="3402821780" sldId="259"/>
            <ac:spMk id="2" creationId="{53792EE1-88DB-C33A-85D7-A946D3F83DCF}"/>
          </ac:spMkLst>
        </pc:spChg>
      </pc:sldChg>
      <pc:sldChg chg="addSp delSp modSp add replId">
        <pc:chgData name="Youmans, Amy Corron" userId="S::corroa@rpi.edu::aaae4432-b4d0-41ba-85f7-e898880d00d6" providerId="AD" clId="Web-{7DDD76E2-0F9D-735E-E62E-95F07CB2FC39}" dt="2026-09-22T14:41:10.895" v="408" actId="20577"/>
        <pc:sldMkLst>
          <pc:docMk/>
          <pc:sldMk cId="3995687488" sldId="260"/>
        </pc:sldMkLst>
        <pc:spChg chg="mod">
          <ac:chgData name="Youmans, Amy Corron" userId="S::corroa@rpi.edu::aaae4432-b4d0-41ba-85f7-e898880d00d6" providerId="AD" clId="Web-{7DDD76E2-0F9D-735E-E62E-95F07CB2FC39}" dt="2026-09-22T14:40:13.192" v="394"/>
          <ac:spMkLst>
            <pc:docMk/>
            <pc:sldMk cId="3995687488" sldId="260"/>
            <ac:spMk id="2" creationId="{752D490E-4948-9724-F075-DD54CAC9199E}"/>
          </ac:spMkLst>
        </pc:spChg>
        <pc:spChg chg="mod">
          <ac:chgData name="Youmans, Amy Corron" userId="S::corroa@rpi.edu::aaae4432-b4d0-41ba-85f7-e898880d00d6" providerId="AD" clId="Web-{7DDD76E2-0F9D-735E-E62E-95F07CB2FC39}" dt="2026-09-22T14:41:10.895" v="408" actId="20577"/>
          <ac:spMkLst>
            <pc:docMk/>
            <pc:sldMk cId="3995687488" sldId="260"/>
            <ac:spMk id="3" creationId="{DE988AA9-92CF-02A3-26B5-F157972F4993}"/>
          </ac:spMkLst>
        </pc:spChg>
        <pc:spChg chg="add">
          <ac:chgData name="Youmans, Amy Corron" userId="S::corroa@rpi.edu::aaae4432-b4d0-41ba-85f7-e898880d00d6" providerId="AD" clId="Web-{7DDD76E2-0F9D-735E-E62E-95F07CB2FC39}" dt="2026-09-22T14:40:13.192" v="394"/>
          <ac:spMkLst>
            <pc:docMk/>
            <pc:sldMk cId="3995687488" sldId="260"/>
            <ac:spMk id="73" creationId="{6691AC69-A76E-4DAB-B565-468B6B87ACF3}"/>
          </ac:spMkLst>
        </pc:spChg>
        <pc:spChg chg="add">
          <ac:chgData name="Youmans, Amy Corron" userId="S::corroa@rpi.edu::aaae4432-b4d0-41ba-85f7-e898880d00d6" providerId="AD" clId="Web-{7DDD76E2-0F9D-735E-E62E-95F07CB2FC39}" dt="2026-09-22T14:40:13.192" v="394"/>
          <ac:spMkLst>
            <pc:docMk/>
            <pc:sldMk cId="3995687488" sldId="260"/>
            <ac:spMk id="74" creationId="{1709F1D5-B0F1-4714-A239-E5B61C161915}"/>
          </ac:spMkLst>
        </pc:spChg>
        <pc:spChg chg="add">
          <ac:chgData name="Youmans, Amy Corron" userId="S::corroa@rpi.edu::aaae4432-b4d0-41ba-85f7-e898880d00d6" providerId="AD" clId="Web-{7DDD76E2-0F9D-735E-E62E-95F07CB2FC39}" dt="2026-09-22T14:40:13.192" v="394"/>
          <ac:spMkLst>
            <pc:docMk/>
            <pc:sldMk cId="3995687488" sldId="260"/>
            <ac:spMk id="75" creationId="{228FB460-D3FF-4440-A020-05982A09E517}"/>
          </ac:spMkLst>
        </pc:spChg>
        <pc:spChg chg="add">
          <ac:chgData name="Youmans, Amy Corron" userId="S::corroa@rpi.edu::aaae4432-b4d0-41ba-85f7-e898880d00d6" providerId="AD" clId="Web-{7DDD76E2-0F9D-735E-E62E-95F07CB2FC39}" dt="2026-09-22T14:40:13.192" v="394"/>
          <ac:spMkLst>
            <pc:docMk/>
            <pc:sldMk cId="3995687488" sldId="260"/>
            <ac:spMk id="76" creationId="{14847E93-7DC1-4D4B-8829-B19AA7137C50}"/>
          </ac:spMkLst>
        </pc:spChg>
        <pc:spChg chg="add">
          <ac:chgData name="Youmans, Amy Corron" userId="S::corroa@rpi.edu::aaae4432-b4d0-41ba-85f7-e898880d00d6" providerId="AD" clId="Web-{7DDD76E2-0F9D-735E-E62E-95F07CB2FC39}" dt="2026-09-22T14:40:13.192" v="394"/>
          <ac:spMkLst>
            <pc:docMk/>
            <pc:sldMk cId="3995687488" sldId="260"/>
            <ac:spMk id="78" creationId="{9F835A99-04AC-494A-A572-AFE8413CC938}"/>
          </ac:spMkLst>
        </pc:spChg>
        <pc:spChg chg="add">
          <ac:chgData name="Youmans, Amy Corron" userId="S::corroa@rpi.edu::aaae4432-b4d0-41ba-85f7-e898880d00d6" providerId="AD" clId="Web-{7DDD76E2-0F9D-735E-E62E-95F07CB2FC39}" dt="2026-09-22T14:40:13.192" v="394"/>
          <ac:spMkLst>
            <pc:docMk/>
            <pc:sldMk cId="3995687488" sldId="260"/>
            <ac:spMk id="80" creationId="{2D2964BB-484D-45AE-AD66-D407D0629652}"/>
          </ac:spMkLst>
        </pc:spChg>
      </pc:sldChg>
      <pc:sldChg chg="addSp delSp modSp add replId">
        <pc:chgData name="Youmans, Amy Corron" userId="S::corroa@rpi.edu::aaae4432-b4d0-41ba-85f7-e898880d00d6" providerId="AD" clId="Web-{7DDD76E2-0F9D-735E-E62E-95F07CB2FC39}" dt="2026-09-22T14:49:24.661" v="443" actId="20577"/>
        <pc:sldMkLst>
          <pc:docMk/>
          <pc:sldMk cId="3742442590" sldId="261"/>
        </pc:sldMkLst>
        <pc:spChg chg="mod">
          <ac:chgData name="Youmans, Amy Corron" userId="S::corroa@rpi.edu::aaae4432-b4d0-41ba-85f7-e898880d00d6" providerId="AD" clId="Web-{7DDD76E2-0F9D-735E-E62E-95F07CB2FC39}" dt="2026-09-22T14:46:46.442" v="439"/>
          <ac:spMkLst>
            <pc:docMk/>
            <pc:sldMk cId="3742442590" sldId="261"/>
            <ac:spMk id="2" creationId="{D68290BC-E168-23E0-2045-7F0CF06074AA}"/>
          </ac:spMkLst>
        </pc:spChg>
        <pc:spChg chg="add">
          <ac:chgData name="Youmans, Amy Corron" userId="S::corroa@rpi.edu::aaae4432-b4d0-41ba-85f7-e898880d00d6" providerId="AD" clId="Web-{7DDD76E2-0F9D-735E-E62E-95F07CB2FC39}" dt="2026-09-22T14:46:46.442" v="439"/>
          <ac:spMkLst>
            <pc:docMk/>
            <pc:sldMk cId="3742442590" sldId="261"/>
            <ac:spMk id="85" creationId="{907EF6B7-1338-4443-8C46-6A318D952DFD}"/>
          </ac:spMkLst>
        </pc:spChg>
        <pc:spChg chg="add mod">
          <ac:chgData name="Youmans, Amy Corron" userId="S::corroa@rpi.edu::aaae4432-b4d0-41ba-85f7-e898880d00d6" providerId="AD" clId="Web-{7DDD76E2-0F9D-735E-E62E-95F07CB2FC39}" dt="2026-09-22T14:49:24.661" v="443" actId="20577"/>
          <ac:spMkLst>
            <pc:docMk/>
            <pc:sldMk cId="3742442590" sldId="261"/>
            <ac:spMk id="94" creationId="{0C84BD58-B76F-7C84-A0B3-E41552DA5D00}"/>
          </ac:spMkLst>
        </pc:spChg>
      </pc:sldChg>
      <pc:sldChg chg="addSp delSp modSp add replId">
        <pc:chgData name="Youmans, Amy Corron" userId="S::corroa@rpi.edu::aaae4432-b4d0-41ba-85f7-e898880d00d6" providerId="AD" clId="Web-{7DDD76E2-0F9D-735E-E62E-95F07CB2FC39}" dt="2026-09-22T14:56:22.958" v="569" actId="20577"/>
        <pc:sldMkLst>
          <pc:docMk/>
          <pc:sldMk cId="1315460173" sldId="262"/>
        </pc:sldMkLst>
        <pc:spChg chg="mod">
          <ac:chgData name="Youmans, Amy Corron" userId="S::corroa@rpi.edu::aaae4432-b4d0-41ba-85f7-e898880d00d6" providerId="AD" clId="Web-{7DDD76E2-0F9D-735E-E62E-95F07CB2FC39}" dt="2026-09-22T14:55:06.458" v="554"/>
          <ac:spMkLst>
            <pc:docMk/>
            <pc:sldMk cId="1315460173" sldId="262"/>
            <ac:spMk id="2" creationId="{46F47167-F540-BA76-6377-C39B16DAA5A8}"/>
          </ac:spMkLst>
        </pc:spChg>
        <pc:spChg chg="mod">
          <ac:chgData name="Youmans, Amy Corron" userId="S::corroa@rpi.edu::aaae4432-b4d0-41ba-85f7-e898880d00d6" providerId="AD" clId="Web-{7DDD76E2-0F9D-735E-E62E-95F07CB2FC39}" dt="2026-09-22T14:56:22.958" v="569" actId="20577"/>
          <ac:spMkLst>
            <pc:docMk/>
            <pc:sldMk cId="1315460173" sldId="262"/>
            <ac:spMk id="94" creationId="{9AEC4535-64CB-FD02-93EE-443E37E34CC9}"/>
          </ac:spMkLst>
        </pc:spChg>
        <pc:spChg chg="add">
          <ac:chgData name="Youmans, Amy Corron" userId="S::corroa@rpi.edu::aaae4432-b4d0-41ba-85f7-e898880d00d6" providerId="AD" clId="Web-{7DDD76E2-0F9D-735E-E62E-95F07CB2FC39}" dt="2026-09-22T14:55:06.458" v="554"/>
          <ac:spMkLst>
            <pc:docMk/>
            <pc:sldMk cId="1315460173" sldId="262"/>
            <ac:spMk id="99" creationId="{C2554CA6-288E-4202-BC52-2E5A8F0C0AED}"/>
          </ac:spMkLst>
        </pc:spChg>
        <pc:spChg chg="add">
          <ac:chgData name="Youmans, Amy Corron" userId="S::corroa@rpi.edu::aaae4432-b4d0-41ba-85f7-e898880d00d6" providerId="AD" clId="Web-{7DDD76E2-0F9D-735E-E62E-95F07CB2FC39}" dt="2026-09-22T14:55:06.458" v="554"/>
          <ac:spMkLst>
            <pc:docMk/>
            <pc:sldMk cId="1315460173" sldId="262"/>
            <ac:spMk id="101" creationId="{B10BB131-AC8E-4A8E-A5D1-36260F720C3B}"/>
          </ac:spMkLst>
        </pc:spChg>
        <pc:spChg chg="add">
          <ac:chgData name="Youmans, Amy Corron" userId="S::corroa@rpi.edu::aaae4432-b4d0-41ba-85f7-e898880d00d6" providerId="AD" clId="Web-{7DDD76E2-0F9D-735E-E62E-95F07CB2FC39}" dt="2026-09-22T14:55:06.458" v="554"/>
          <ac:spMkLst>
            <pc:docMk/>
            <pc:sldMk cId="1315460173" sldId="262"/>
            <ac:spMk id="103" creationId="{5B7778FC-632E-4DCA-A7CB-0D7731CCF970}"/>
          </ac:spMkLst>
        </pc:spChg>
        <pc:spChg chg="add">
          <ac:chgData name="Youmans, Amy Corron" userId="S::corroa@rpi.edu::aaae4432-b4d0-41ba-85f7-e898880d00d6" providerId="AD" clId="Web-{7DDD76E2-0F9D-735E-E62E-95F07CB2FC39}" dt="2026-09-22T14:55:06.458" v="554"/>
          <ac:spMkLst>
            <pc:docMk/>
            <pc:sldMk cId="1315460173" sldId="262"/>
            <ac:spMk id="105" creationId="{FA23A907-97FB-4A8F-880A-DD77401C4296}"/>
          </ac:spMkLst>
        </pc:spChg>
      </pc:sldChg>
      <pc:sldChg chg="addSp delSp modSp new">
        <pc:chgData name="Youmans, Amy Corron" userId="S::corroa@rpi.edu::aaae4432-b4d0-41ba-85f7-e898880d00d6" providerId="AD" clId="Web-{7DDD76E2-0F9D-735E-E62E-95F07CB2FC39}" dt="2026-09-22T15:07:27.880" v="574" actId="14100"/>
        <pc:sldMkLst>
          <pc:docMk/>
          <pc:sldMk cId="635404303" sldId="263"/>
        </pc:sldMkLst>
        <pc:picChg chg="add mod ord">
          <ac:chgData name="Youmans, Amy Corron" userId="S::corroa@rpi.edu::aaae4432-b4d0-41ba-85f7-e898880d00d6" providerId="AD" clId="Web-{7DDD76E2-0F9D-735E-E62E-95F07CB2FC39}" dt="2026-09-22T15:07:27.880" v="574" actId="14100"/>
          <ac:picMkLst>
            <pc:docMk/>
            <pc:sldMk cId="635404303" sldId="263"/>
            <ac:picMk id="4" creationId="{353A00DD-856C-CE83-C652-AFD335EE15BF}"/>
          </ac:picMkLst>
        </pc:picChg>
      </pc:sldChg>
      <pc:sldChg chg="modSp add ord replId">
        <pc:chgData name="Youmans, Amy Corron" userId="S::corroa@rpi.edu::aaae4432-b4d0-41ba-85f7-e898880d00d6" providerId="AD" clId="Web-{7DDD76E2-0F9D-735E-E62E-95F07CB2FC39}" dt="2026-09-22T15:13:10.474" v="655"/>
        <pc:sldMkLst>
          <pc:docMk/>
          <pc:sldMk cId="463379907" sldId="264"/>
        </pc:sldMkLst>
        <pc:spChg chg="mod">
          <ac:chgData name="Youmans, Amy Corron" userId="S::corroa@rpi.edu::aaae4432-b4d0-41ba-85f7-e898880d00d6" providerId="AD" clId="Web-{7DDD76E2-0F9D-735E-E62E-95F07CB2FC39}" dt="2026-09-22T15:11:57.474" v="583" actId="20577"/>
          <ac:spMkLst>
            <pc:docMk/>
            <pc:sldMk cId="463379907" sldId="264"/>
            <ac:spMk id="2" creationId="{E57BD130-86FC-34DD-CBD6-8FC413AE931C}"/>
          </ac:spMkLst>
        </pc:spChg>
        <pc:spChg chg="mod">
          <ac:chgData name="Youmans, Amy Corron" userId="S::corroa@rpi.edu::aaae4432-b4d0-41ba-85f7-e898880d00d6" providerId="AD" clId="Web-{7DDD76E2-0F9D-735E-E62E-95F07CB2FC39}" dt="2026-09-22T15:13:10.271" v="654" actId="20577"/>
          <ac:spMkLst>
            <pc:docMk/>
            <pc:sldMk cId="463379907" sldId="264"/>
            <ac:spMk id="94" creationId="{211C528D-C302-2CF0-DAC2-027F8D2CECBC}"/>
          </ac:spMkLst>
        </pc:spChg>
      </pc:sldChg>
      <pc:sldChg chg="modSp add replId">
        <pc:chgData name="Youmans, Amy Corron" userId="S::corroa@rpi.edu::aaae4432-b4d0-41ba-85f7-e898880d00d6" providerId="AD" clId="Web-{7DDD76E2-0F9D-735E-E62E-95F07CB2FC39}" dt="2026-09-22T15:18:35.443" v="772" actId="20577"/>
        <pc:sldMkLst>
          <pc:docMk/>
          <pc:sldMk cId="3945496208" sldId="265"/>
        </pc:sldMkLst>
        <pc:spChg chg="mod">
          <ac:chgData name="Youmans, Amy Corron" userId="S::corroa@rpi.edu::aaae4432-b4d0-41ba-85f7-e898880d00d6" providerId="AD" clId="Web-{7DDD76E2-0F9D-735E-E62E-95F07CB2FC39}" dt="2026-09-22T15:18:35.443" v="772" actId="20577"/>
          <ac:spMkLst>
            <pc:docMk/>
            <pc:sldMk cId="3945496208" sldId="265"/>
            <ac:spMk id="94" creationId="{1234EDD8-E1FE-64E2-C5C0-7813B27A7216}"/>
          </ac:spMkLst>
        </pc:spChg>
      </pc:sldChg>
      <pc:sldChg chg="modSp add replId">
        <pc:chgData name="Youmans, Amy Corron" userId="S::corroa@rpi.edu::aaae4432-b4d0-41ba-85f7-e898880d00d6" providerId="AD" clId="Web-{7DDD76E2-0F9D-735E-E62E-95F07CB2FC39}" dt="2026-09-22T15:19:22.958" v="805" actId="20577"/>
        <pc:sldMkLst>
          <pc:docMk/>
          <pc:sldMk cId="56280343" sldId="266"/>
        </pc:sldMkLst>
        <pc:spChg chg="mod">
          <ac:chgData name="Youmans, Amy Corron" userId="S::corroa@rpi.edu::aaae4432-b4d0-41ba-85f7-e898880d00d6" providerId="AD" clId="Web-{7DDD76E2-0F9D-735E-E62E-95F07CB2FC39}" dt="2026-09-22T15:19:22.958" v="805" actId="20577"/>
          <ac:spMkLst>
            <pc:docMk/>
            <pc:sldMk cId="56280343" sldId="266"/>
            <ac:spMk id="94" creationId="{1325D1EC-A656-1721-2394-D2ACA7FE01AC}"/>
          </ac:spMkLst>
        </pc:spChg>
      </pc:sldChg>
      <pc:sldChg chg="addSp delSp modSp add replId">
        <pc:chgData name="Youmans, Amy Corron" userId="S::corroa@rpi.edu::aaae4432-b4d0-41ba-85f7-e898880d00d6" providerId="AD" clId="Web-{7DDD76E2-0F9D-735E-E62E-95F07CB2FC39}" dt="2026-09-22T15:20:16.537" v="822"/>
        <pc:sldMkLst>
          <pc:docMk/>
          <pc:sldMk cId="1635381038" sldId="267"/>
        </pc:sldMkLst>
        <pc:spChg chg="mod">
          <ac:chgData name="Youmans, Amy Corron" userId="S::corroa@rpi.edu::aaae4432-b4d0-41ba-85f7-e898880d00d6" providerId="AD" clId="Web-{7DDD76E2-0F9D-735E-E62E-95F07CB2FC39}" dt="2026-09-22T15:20:16.537" v="822"/>
          <ac:spMkLst>
            <pc:docMk/>
            <pc:sldMk cId="1635381038" sldId="267"/>
            <ac:spMk id="2" creationId="{1ADBFF0A-2814-2D2E-53DB-1C28D2BF0A9F}"/>
          </ac:spMkLst>
        </pc:spChg>
        <pc:spChg chg="mod">
          <ac:chgData name="Youmans, Amy Corron" userId="S::corroa@rpi.edu::aaae4432-b4d0-41ba-85f7-e898880d00d6" providerId="AD" clId="Web-{7DDD76E2-0F9D-735E-E62E-95F07CB2FC39}" dt="2026-09-22T15:20:16.537" v="822"/>
          <ac:spMkLst>
            <pc:docMk/>
            <pc:sldMk cId="1635381038" sldId="267"/>
            <ac:spMk id="94" creationId="{B1E91285-0147-84AF-E41E-EA59EABADC02}"/>
          </ac:spMkLst>
        </pc:spChg>
        <pc:spChg chg="add">
          <ac:chgData name="Youmans, Amy Corron" userId="S::corroa@rpi.edu::aaae4432-b4d0-41ba-85f7-e898880d00d6" providerId="AD" clId="Web-{7DDD76E2-0F9D-735E-E62E-95F07CB2FC39}" dt="2026-09-22T15:20:16.537" v="822"/>
          <ac:spMkLst>
            <pc:docMk/>
            <pc:sldMk cId="1635381038" sldId="267"/>
            <ac:spMk id="99" creationId="{F837543A-6020-4505-A233-C9DB4BF74011}"/>
          </ac:spMkLst>
        </pc:spChg>
        <pc:spChg chg="add">
          <ac:chgData name="Youmans, Amy Corron" userId="S::corroa@rpi.edu::aaae4432-b4d0-41ba-85f7-e898880d00d6" providerId="AD" clId="Web-{7DDD76E2-0F9D-735E-E62E-95F07CB2FC39}" dt="2026-09-22T15:20:16.537" v="822"/>
          <ac:spMkLst>
            <pc:docMk/>
            <pc:sldMk cId="1635381038" sldId="267"/>
            <ac:spMk id="101" creationId="{35B16301-FB18-48BA-A6DD-C37CAF6F9A18}"/>
          </ac:spMkLst>
        </pc:spChg>
        <pc:spChg chg="add">
          <ac:chgData name="Youmans, Amy Corron" userId="S::corroa@rpi.edu::aaae4432-b4d0-41ba-85f7-e898880d00d6" providerId="AD" clId="Web-{7DDD76E2-0F9D-735E-E62E-95F07CB2FC39}" dt="2026-09-22T15:20:16.537" v="822"/>
          <ac:spMkLst>
            <pc:docMk/>
            <pc:sldMk cId="1635381038" sldId="267"/>
            <ac:spMk id="103" creationId="{C3C0D90E-074A-4F52-9B11-B52BEF4BCBE5}"/>
          </ac:spMkLst>
        </pc:spChg>
        <pc:spChg chg="add">
          <ac:chgData name="Youmans, Amy Corron" userId="S::corroa@rpi.edu::aaae4432-b4d0-41ba-85f7-e898880d00d6" providerId="AD" clId="Web-{7DDD76E2-0F9D-735E-E62E-95F07CB2FC39}" dt="2026-09-22T15:20:16.537" v="822"/>
          <ac:spMkLst>
            <pc:docMk/>
            <pc:sldMk cId="1635381038" sldId="267"/>
            <ac:spMk id="105" creationId="{CABBD4C1-E6F8-46F6-8152-A8A97490BF4D}"/>
          </ac:spMkLst>
        </pc:spChg>
        <pc:spChg chg="add">
          <ac:chgData name="Youmans, Amy Corron" userId="S::corroa@rpi.edu::aaae4432-b4d0-41ba-85f7-e898880d00d6" providerId="AD" clId="Web-{7DDD76E2-0F9D-735E-E62E-95F07CB2FC39}" dt="2026-09-22T15:20:16.537" v="822"/>
          <ac:spMkLst>
            <pc:docMk/>
            <pc:sldMk cId="1635381038" sldId="267"/>
            <ac:spMk id="111" creationId="{88853921-7BC9-4BDE-ACAB-133C683C82D6}"/>
          </ac:spMkLst>
        </pc:spChg>
        <pc:spChg chg="add">
          <ac:chgData name="Youmans, Amy Corron" userId="S::corroa@rpi.edu::aaae4432-b4d0-41ba-85f7-e898880d00d6" providerId="AD" clId="Web-{7DDD76E2-0F9D-735E-E62E-95F07CB2FC39}" dt="2026-09-22T15:20:16.537" v="822"/>
          <ac:spMkLst>
            <pc:docMk/>
            <pc:sldMk cId="1635381038" sldId="267"/>
            <ac:spMk id="113" creationId="{09192968-3AE7-4470-A61C-97294BB92731}"/>
          </ac:spMkLst>
        </pc:spChg>
      </pc:sldChg>
      <pc:sldChg chg="addSp delSp modSp add replId">
        <pc:chgData name="Youmans, Amy Corron" userId="S::corroa@rpi.edu::aaae4432-b4d0-41ba-85f7-e898880d00d6" providerId="AD" clId="Web-{7DDD76E2-0F9D-735E-E62E-95F07CB2FC39}" dt="2026-09-22T15:25:05.068" v="962" actId="20577"/>
        <pc:sldMkLst>
          <pc:docMk/>
          <pc:sldMk cId="3539278411" sldId="268"/>
        </pc:sldMkLst>
        <pc:spChg chg="mod">
          <ac:chgData name="Youmans, Amy Corron" userId="S::corroa@rpi.edu::aaae4432-b4d0-41ba-85f7-e898880d00d6" providerId="AD" clId="Web-{7DDD76E2-0F9D-735E-E62E-95F07CB2FC39}" dt="2026-09-22T15:23:07.881" v="904" actId="20577"/>
          <ac:spMkLst>
            <pc:docMk/>
            <pc:sldMk cId="3539278411" sldId="268"/>
            <ac:spMk id="2" creationId="{6D2534F4-9825-B489-01DA-AD97DE1A3E9E}"/>
          </ac:spMkLst>
        </pc:spChg>
        <pc:spChg chg="add mod">
          <ac:chgData name="Youmans, Amy Corron" userId="S::corroa@rpi.edu::aaae4432-b4d0-41ba-85f7-e898880d00d6" providerId="AD" clId="Web-{7DDD76E2-0F9D-735E-E62E-95F07CB2FC39}" dt="2026-09-22T15:25:05.068" v="962" actId="20577"/>
          <ac:spMkLst>
            <pc:docMk/>
            <pc:sldMk cId="3539278411" sldId="268"/>
            <ac:spMk id="3" creationId="{829B2683-B611-63BB-1204-5AB9CE6E8A40}"/>
          </ac:spMkLst>
        </pc:spChg>
        <pc:spChg chg="mod">
          <ac:chgData name="Youmans, Amy Corron" userId="S::corroa@rpi.edu::aaae4432-b4d0-41ba-85f7-e898880d00d6" providerId="AD" clId="Web-{7DDD76E2-0F9D-735E-E62E-95F07CB2FC39}" dt="2026-09-22T15:21:26.068" v="840"/>
          <ac:spMkLst>
            <pc:docMk/>
            <pc:sldMk cId="3539278411" sldId="268"/>
            <ac:spMk id="94" creationId="{E64B39C8-7310-9B40-FAE8-9D08ACC3C190}"/>
          </ac:spMkLst>
        </pc:spChg>
        <pc:spChg chg="add">
          <ac:chgData name="Youmans, Amy Corron" userId="S::corroa@rpi.edu::aaae4432-b4d0-41ba-85f7-e898880d00d6" providerId="AD" clId="Web-{7DDD76E2-0F9D-735E-E62E-95F07CB2FC39}" dt="2026-09-22T15:21:26.068" v="840"/>
          <ac:spMkLst>
            <pc:docMk/>
            <pc:sldMk cId="3539278411" sldId="268"/>
            <ac:spMk id="120" creationId="{1709F1D5-B0F1-4714-A239-E5B61C161915}"/>
          </ac:spMkLst>
        </pc:spChg>
        <pc:spChg chg="add">
          <ac:chgData name="Youmans, Amy Corron" userId="S::corroa@rpi.edu::aaae4432-b4d0-41ba-85f7-e898880d00d6" providerId="AD" clId="Web-{7DDD76E2-0F9D-735E-E62E-95F07CB2FC39}" dt="2026-09-22T15:21:26.068" v="840"/>
          <ac:spMkLst>
            <pc:docMk/>
            <pc:sldMk cId="3539278411" sldId="268"/>
            <ac:spMk id="122" creationId="{228FB460-D3FF-4440-A020-05982A09E517}"/>
          </ac:spMkLst>
        </pc:spChg>
        <pc:spChg chg="add">
          <ac:chgData name="Youmans, Amy Corron" userId="S::corroa@rpi.edu::aaae4432-b4d0-41ba-85f7-e898880d00d6" providerId="AD" clId="Web-{7DDD76E2-0F9D-735E-E62E-95F07CB2FC39}" dt="2026-09-22T15:21:26.068" v="840"/>
          <ac:spMkLst>
            <pc:docMk/>
            <pc:sldMk cId="3539278411" sldId="268"/>
            <ac:spMk id="128" creationId="{9F835A99-04AC-494A-A572-AFE8413CC938}"/>
          </ac:spMkLst>
        </pc:spChg>
        <pc:spChg chg="add">
          <ac:chgData name="Youmans, Amy Corron" userId="S::corroa@rpi.edu::aaae4432-b4d0-41ba-85f7-e898880d00d6" providerId="AD" clId="Web-{7DDD76E2-0F9D-735E-E62E-95F07CB2FC39}" dt="2026-09-22T15:21:26.068" v="840"/>
          <ac:spMkLst>
            <pc:docMk/>
            <pc:sldMk cId="3539278411" sldId="268"/>
            <ac:spMk id="130" creationId="{7B786209-1B0B-4CA9-9BDD-F7327066A84D}"/>
          </ac:spMkLst>
        </pc:spChg>
      </pc:sldChg>
    </pc:docChg>
  </pc:docChgLst>
</pc:chgInfo>
</file>

<file path=ppt/comments/modernComment_103_CAD2F094.xml><?xml version="1.0" encoding="utf-8"?>
<p188:cmLst xmlns:a="http://schemas.openxmlformats.org/drawingml/2006/main" xmlns:r="http://schemas.openxmlformats.org/officeDocument/2006/relationships" xmlns:p188="http://schemas.microsoft.com/office/powerpoint/2018/8/main">
  <p188:cm id="{885E2ADA-F280-43D0-B35D-8B32449DDD63}" authorId="{E313BDB7-F710-A2D0-DC84-886ED6F36C20}" status="resolved" created="2026-09-23T14:56:30.525" complete="100000">
    <pc:sldMkLst xmlns:pc="http://schemas.microsoft.com/office/powerpoint/2013/main/command">
      <pc:docMk/>
      <pc:sldMk cId="3402821780" sldId="259"/>
    </pc:sldMkLst>
    <p188:txBody>
      <a:bodyPr/>
      <a:lstStyle/>
      <a:p>
        <a:r>
          <a:rPr lang="en-US"/>
          <a:t>Do we want this to be a slide - or is this information for the Co-GMs? </a:t>
        </a:r>
      </a:p>
    </p188:txBody>
  </p188:cm>
</p188:cmLst>
</file>

<file path=ppt/comments/modernComment_104_EE295A40.xml><?xml version="1.0" encoding="utf-8"?>
<p188:cmLst xmlns:a="http://schemas.openxmlformats.org/drawingml/2006/main" xmlns:r="http://schemas.openxmlformats.org/officeDocument/2006/relationships" xmlns:p188="http://schemas.microsoft.com/office/powerpoint/2018/8/main">
  <p188:cm id="{8DA3D6A0-5E29-429D-9209-64E80B6EC5A3}" authorId="{E313BDB7-F710-A2D0-DC84-886ED6F36C20}" created="2026-09-23T14:58:33.852">
    <ac:deMkLst xmlns:ac="http://schemas.microsoft.com/office/drawing/2013/main/command">
      <pc:docMk xmlns:pc="http://schemas.microsoft.com/office/powerpoint/2013/main/command"/>
      <pc:sldMk xmlns:pc="http://schemas.microsoft.com/office/powerpoint/2013/main/command" cId="3995687488" sldId="260"/>
      <ac:spMk id="3" creationId="{DE988AA9-92CF-02A3-26B5-F157972F4993}"/>
    </ac:deMkLst>
    <p188:txBody>
      <a:bodyPr/>
      <a:lstStyle/>
      <a:p>
        <a:r>
          <a:rPr lang="en-US"/>
          <a:t>Can we make these pop up separately as we go through the ideas? </a:t>
        </a:r>
      </a:p>
    </p188:txBody>
    <p188:extLst>
      <p:ext xmlns:p="http://schemas.openxmlformats.org/presentationml/2006/main" uri="{57CB4572-C831-44C2-8A1C-0ADB6CCDFE69}">
        <p223:reactions xmlns:p223="http://schemas.microsoft.com/office/powerpoint/2022/03/main">
          <p223:rxn type="👍">
            <p223:instance time="2026-09-24T13:38:45.006" authorId="{E4AE8B84-29CF-1D81-8426-64B395489610}"/>
          </p223:rxn>
        </p223:reactions>
      </p:ext>
    </p188:extLst>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3_CAD2F09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4_EE295A40.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9EF30C2-29AC-4A0D-BC0A-A679CF113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4AA6BDE-36E5-35C1-D602-581E71259B1E}"/>
              </a:ext>
            </a:extLst>
          </p:cNvPr>
          <p:cNvSpPr>
            <a:spLocks noGrp="1"/>
          </p:cNvSpPr>
          <p:nvPr>
            <p:ph type="ctrTitle"/>
          </p:nvPr>
        </p:nvSpPr>
        <p:spPr>
          <a:xfrm>
            <a:off x="5093520" y="2744662"/>
            <a:ext cx="6589707" cy="2387600"/>
          </a:xfrm>
        </p:spPr>
        <p:txBody>
          <a:bodyPr>
            <a:normAutofit/>
          </a:bodyPr>
          <a:lstStyle/>
          <a:p>
            <a:pPr algn="r"/>
            <a:r>
              <a:rPr lang="en-US" sz="4700">
                <a:solidFill>
                  <a:srgbClr val="FFFFFF"/>
                </a:solidFill>
              </a:rPr>
              <a:t>ENGR 4010: Professional Development Leadership Competencies</a:t>
            </a:r>
          </a:p>
        </p:txBody>
      </p:sp>
      <p:sp>
        <p:nvSpPr>
          <p:cNvPr id="3" name="Subtitle 2">
            <a:extLst>
              <a:ext uri="{FF2B5EF4-FFF2-40B4-BE49-F238E27FC236}">
                <a16:creationId xmlns:a16="http://schemas.microsoft.com/office/drawing/2014/main" id="{F87B669B-58DA-B2C8-E050-F68B8741A0FC}"/>
              </a:ext>
            </a:extLst>
          </p:cNvPr>
          <p:cNvSpPr>
            <a:spLocks noGrp="1"/>
          </p:cNvSpPr>
          <p:nvPr>
            <p:ph type="subTitle" idx="1"/>
          </p:nvPr>
        </p:nvSpPr>
        <p:spPr>
          <a:xfrm>
            <a:off x="5093520" y="5224337"/>
            <a:ext cx="6589707" cy="1329443"/>
          </a:xfrm>
        </p:spPr>
        <p:txBody>
          <a:bodyPr vert="horz" lIns="91440" tIns="45720" rIns="91440" bIns="45720" rtlCol="0" anchor="t">
            <a:normAutofit/>
          </a:bodyPr>
          <a:lstStyle/>
          <a:p>
            <a:pPr algn="r"/>
            <a:r>
              <a:rPr lang="en-US" dirty="0">
                <a:solidFill>
                  <a:srgbClr val="FFFFFF"/>
                </a:solidFill>
              </a:rPr>
              <a:t>Class 6 – The Mission Continues</a:t>
            </a:r>
            <a:endParaRPr lang="en-US" dirty="0"/>
          </a:p>
        </p:txBody>
      </p:sp>
      <p:cxnSp>
        <p:nvCxnSpPr>
          <p:cNvPr id="12" name="Straight Connector 11">
            <a:extLst>
              <a:ext uri="{FF2B5EF4-FFF2-40B4-BE49-F238E27FC236}">
                <a16:creationId xmlns:a16="http://schemas.microsoft.com/office/drawing/2014/main" id="{266A0658-1CC4-4B0D-AAB7-A702286AF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A04F1504-431A-4D86-9091-AE7E4B33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EA804283-B929-4503-802F-4585376E2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AD3811F5-514E-49A4-B382-673ED228A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067AD921-1CEE-4C1B-9AA3-C66D908DD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C36A08F5-3B56-47C5-A371-9187BE56E1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946340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E6740D-4AC6-0595-C6F0-4AABBB138D0A}"/>
              </a:ext>
            </a:extLst>
          </p:cNvPr>
          <p:cNvSpPr>
            <a:spLocks noGrp="1"/>
          </p:cNvSpPr>
          <p:nvPr>
            <p:ph type="title"/>
          </p:nvPr>
        </p:nvSpPr>
        <p:spPr>
          <a:xfrm>
            <a:off x="838200" y="365125"/>
            <a:ext cx="5558489" cy="1325563"/>
          </a:xfrm>
        </p:spPr>
        <p:txBody>
          <a:bodyPr>
            <a:normAutofit/>
          </a:bodyPr>
          <a:lstStyle/>
          <a:p>
            <a:r>
              <a:rPr lang="en-US"/>
              <a:t>Guild Check-In</a:t>
            </a:r>
          </a:p>
        </p:txBody>
      </p:sp>
      <p:sp>
        <p:nvSpPr>
          <p:cNvPr id="29" name="Freeform: Shape 28">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42CE3337-B870-47ED-B5B1-2BE55FABD857}"/>
              </a:ext>
            </a:extLst>
          </p:cNvPr>
          <p:cNvSpPr>
            <a:spLocks noGrp="1"/>
          </p:cNvSpPr>
          <p:nvPr>
            <p:ph idx="1"/>
          </p:nvPr>
        </p:nvSpPr>
        <p:spPr>
          <a:xfrm>
            <a:off x="838200" y="1825625"/>
            <a:ext cx="5558489" cy="4351338"/>
          </a:xfrm>
        </p:spPr>
        <p:txBody>
          <a:bodyPr vert="horz" lIns="91440" tIns="45720" rIns="91440" bIns="45720" rtlCol="0" anchor="t">
            <a:normAutofit/>
          </a:bodyPr>
          <a:lstStyle/>
          <a:p>
            <a:r>
              <a:rPr lang="en-US" dirty="0"/>
              <a:t>Weekly syllabus review</a:t>
            </a:r>
          </a:p>
          <a:p>
            <a:r>
              <a:rPr lang="en-US" dirty="0"/>
              <a:t>Student Co-Game Masters for the week – GM Vests!</a:t>
            </a:r>
          </a:p>
          <a:p>
            <a:r>
              <a:rPr lang="en-US" dirty="0"/>
              <a:t>Rules sheet distribution &amp; quick reminders</a:t>
            </a:r>
          </a:p>
          <a:p>
            <a:r>
              <a:rPr lang="en-US" dirty="0"/>
              <a:t>Reveal of dice roll consequences on 3 priorities</a:t>
            </a:r>
          </a:p>
        </p:txBody>
      </p:sp>
      <p:sp>
        <p:nvSpPr>
          <p:cNvPr id="31" name="Oval 30">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Block Arc 32">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Freeform: Shape 34">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37" name="Straight Connector 36">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9" name="Freeform: Shape 38">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41" name="Arc 40">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3" name="Freeform: Shape 42">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7294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22FF72-4E9A-4976-0831-CAF2AE57F12B}"/>
            </a:ext>
          </a:extLst>
        </p:cNvPr>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D297A6D-8174-012B-FD8A-92BB471F4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C225DDE9-FF5C-BC1A-E0B5-3DCD63E3E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27F65E-C63B-6509-1308-34DAC593FB93}"/>
              </a:ext>
            </a:extLst>
          </p:cNvPr>
          <p:cNvSpPr>
            <a:spLocks noGrp="1"/>
          </p:cNvSpPr>
          <p:nvPr>
            <p:ph type="title"/>
          </p:nvPr>
        </p:nvSpPr>
        <p:spPr>
          <a:xfrm>
            <a:off x="956826" y="1112969"/>
            <a:ext cx="3937298" cy="4166010"/>
          </a:xfrm>
        </p:spPr>
        <p:txBody>
          <a:bodyPr>
            <a:normAutofit/>
          </a:bodyPr>
          <a:lstStyle/>
          <a:p>
            <a:r>
              <a:rPr lang="en-US" dirty="0">
                <a:solidFill>
                  <a:srgbClr val="FFFFFF"/>
                </a:solidFill>
              </a:rPr>
              <a:t>Results of Mission Priorities Moving Forward...</a:t>
            </a:r>
          </a:p>
        </p:txBody>
      </p:sp>
      <p:sp>
        <p:nvSpPr>
          <p:cNvPr id="76" name="Freeform: Shape 75">
            <a:extLst>
              <a:ext uri="{FF2B5EF4-FFF2-40B4-BE49-F238E27FC236}">
                <a16:creationId xmlns:a16="http://schemas.microsoft.com/office/drawing/2014/main" id="{08E05CDA-7C56-7845-1A62-ADBBF2132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Shape 76">
            <a:extLst>
              <a:ext uri="{FF2B5EF4-FFF2-40B4-BE49-F238E27FC236}">
                <a16:creationId xmlns:a16="http://schemas.microsoft.com/office/drawing/2014/main" id="{0E0E136B-4807-F170-438E-5534A9F65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E77C1FAC-AC24-2DCA-7CB9-06A62F40A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8E1578EC-2FF1-950A-85FC-A6F6F5E54906}"/>
              </a:ext>
            </a:extLst>
          </p:cNvPr>
          <p:cNvSpPr>
            <a:spLocks noGrp="1"/>
          </p:cNvSpPr>
          <p:nvPr>
            <p:ph idx="1"/>
          </p:nvPr>
        </p:nvSpPr>
        <p:spPr>
          <a:xfrm>
            <a:off x="6096000" y="820880"/>
            <a:ext cx="5257799" cy="4889350"/>
          </a:xfrm>
        </p:spPr>
        <p:txBody>
          <a:bodyPr vert="horz" lIns="91440" tIns="45720" rIns="91440" bIns="45720" rtlCol="0" anchor="t">
            <a:normAutofit/>
          </a:bodyPr>
          <a:lstStyle/>
          <a:p>
            <a:endParaRPr lang="en-US"/>
          </a:p>
        </p:txBody>
      </p:sp>
      <p:sp>
        <p:nvSpPr>
          <p:cNvPr id="79" name="Freeform: Shape 78">
            <a:extLst>
              <a:ext uri="{FF2B5EF4-FFF2-40B4-BE49-F238E27FC236}">
                <a16:creationId xmlns:a16="http://schemas.microsoft.com/office/drawing/2014/main" id="{12C601FF-63CB-D19F-5D55-A23CB9FB4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6D84D865-072A-4D3E-A2C2-8A89AA648C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43049CB5-B68A-7DDE-39A9-2AD6C8C49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866616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B0366-32DE-643E-CA4E-90D28C9FD7ED}"/>
              </a:ext>
            </a:extLst>
          </p:cNvPr>
          <p:cNvSpPr>
            <a:spLocks noGrp="1"/>
          </p:cNvSpPr>
          <p:nvPr>
            <p:ph type="title"/>
          </p:nvPr>
        </p:nvSpPr>
        <p:spPr>
          <a:xfrm>
            <a:off x="534839" y="365125"/>
            <a:ext cx="11126638" cy="1325563"/>
          </a:xfrm>
        </p:spPr>
        <p:txBody>
          <a:bodyPr/>
          <a:lstStyle/>
          <a:p>
            <a:pPr algn="ctr"/>
            <a:r>
              <a:rPr lang="en-US" b="1" dirty="0"/>
              <a:t>Results of Dice Rolls on </a:t>
            </a:r>
            <a:br>
              <a:rPr lang="en-US" b="1" dirty="0"/>
            </a:br>
            <a:r>
              <a:rPr lang="en-US" b="1" dirty="0"/>
              <a:t>All-Guild Meeting Priorities (7):</a:t>
            </a:r>
            <a:endParaRPr lang="en-US" dirty="0"/>
          </a:p>
        </p:txBody>
      </p:sp>
      <p:sp>
        <p:nvSpPr>
          <p:cNvPr id="3" name="Content Placeholder 2">
            <a:extLst>
              <a:ext uri="{FF2B5EF4-FFF2-40B4-BE49-F238E27FC236}">
                <a16:creationId xmlns:a16="http://schemas.microsoft.com/office/drawing/2014/main" id="{144C03CA-146B-68C9-A7B0-B6020612BA5E}"/>
              </a:ext>
            </a:extLst>
          </p:cNvPr>
          <p:cNvSpPr>
            <a:spLocks noGrp="1"/>
          </p:cNvSpPr>
          <p:nvPr>
            <p:ph idx="1"/>
          </p:nvPr>
        </p:nvSpPr>
        <p:spPr>
          <a:xfrm>
            <a:off x="388189" y="1690688"/>
            <a:ext cx="11429999" cy="5046542"/>
          </a:xfrm>
        </p:spPr>
        <p:txBody>
          <a:bodyPr>
            <a:normAutofit fontScale="62500" lnSpcReduction="20000"/>
          </a:bodyPr>
          <a:lstStyle/>
          <a:p>
            <a:r>
              <a:rPr lang="en-US" dirty="0"/>
              <a:t>Infrastructure - (fail with consequences)</a:t>
            </a:r>
          </a:p>
          <a:p>
            <a:pPr lvl="1"/>
            <a:r>
              <a:rPr lang="en-US" dirty="0"/>
              <a:t>Massive time crunch to complete structure and infrastructure build outs lead to less than ideal structures. They are standing; but they will not last for long. </a:t>
            </a:r>
          </a:p>
          <a:p>
            <a:pPr lvl="1"/>
            <a:r>
              <a:rPr lang="en-US" dirty="0"/>
              <a:t>An unexpected early transport sent before we received the transmission from </a:t>
            </a:r>
            <a:r>
              <a:rPr lang="en-US" dirty="0" err="1"/>
              <a:t>Nemorath</a:t>
            </a:r>
            <a:r>
              <a:rPr lang="en-US" dirty="0"/>
              <a:t> arrives with many helping hands to assist in building, but the people on the ship almost ran out of food, so they arrived malnourished and require extensive support before they are prepared to assist in building. </a:t>
            </a:r>
          </a:p>
          <a:p>
            <a:pPr lvl="1"/>
            <a:r>
              <a:rPr lang="en-US" dirty="0"/>
              <a:t>Able to use previous structures in Celestial Spires for temporary housing</a:t>
            </a:r>
          </a:p>
          <a:p>
            <a:pPr lvl="1"/>
            <a:r>
              <a:rPr lang="en-US" dirty="0"/>
              <a:t>An attempt to construct landing zones for future transports in the Ender Dunes has begun, but intensive sand storms are creating significant delays. </a:t>
            </a:r>
          </a:p>
          <a:p>
            <a:pPr lvl="1"/>
            <a:r>
              <a:rPr lang="en-US" dirty="0"/>
              <a:t>Life Weavers and Builders partner to set up makeshift hospital; it is no more than a glorified tent and is overrun with people between the new transport and the guild members recovering. </a:t>
            </a:r>
          </a:p>
          <a:p>
            <a:pPr lvl="1"/>
            <a:r>
              <a:rPr lang="en-US" dirty="0"/>
              <a:t>Attempted, at times strained collaboration occurs between Builders, </a:t>
            </a:r>
            <a:r>
              <a:rPr lang="en-US" dirty="0" err="1"/>
              <a:t>Radiants</a:t>
            </a:r>
            <a:r>
              <a:rPr lang="en-US" dirty="0"/>
              <a:t>, Guardians, and Linkers</a:t>
            </a:r>
          </a:p>
          <a:p>
            <a:pPr marL="0" indent="0">
              <a:buNone/>
            </a:pPr>
            <a:endParaRPr lang="en-US" dirty="0"/>
          </a:p>
          <a:p>
            <a:r>
              <a:rPr lang="en-US" dirty="0"/>
              <a:t>Research – (fail with major consequences)</a:t>
            </a:r>
          </a:p>
          <a:p>
            <a:pPr lvl="1"/>
            <a:r>
              <a:rPr lang="en-US" dirty="0"/>
              <a:t>Resources are strapped with impending transports from </a:t>
            </a:r>
            <a:r>
              <a:rPr lang="en-US" dirty="0" err="1"/>
              <a:t>Nemorath</a:t>
            </a:r>
            <a:r>
              <a:rPr lang="en-US" dirty="0"/>
              <a:t>, so there is little time to complete further surveys of </a:t>
            </a:r>
            <a:r>
              <a:rPr lang="en-US" dirty="0" err="1"/>
              <a:t>Heliora</a:t>
            </a:r>
            <a:r>
              <a:rPr lang="en-US" dirty="0"/>
              <a:t> Prime to prepare. Below is what was accomplished: </a:t>
            </a:r>
          </a:p>
          <a:p>
            <a:pPr lvl="1"/>
            <a:r>
              <a:rPr lang="en-US" dirty="0"/>
              <a:t>An exploration of existing structures from previous civilizations brought back an outbreak of an unknown illness has caused unpleasant symptoms (vomiting, gastrointestinal distress) across the guilds. No deaths, but the Life Weavers have been busy supporting everyone’s recovery; lessoning their ability to prepare for the new transports. </a:t>
            </a:r>
          </a:p>
          <a:p>
            <a:pPr lvl="1"/>
            <a:r>
              <a:rPr lang="en-US" dirty="0"/>
              <a:t>Little was discovered in the survey of the structures and no signs of the previous inhabitants were seen. </a:t>
            </a:r>
          </a:p>
          <a:p>
            <a:pPr lvl="1"/>
            <a:r>
              <a:rPr lang="en-US" dirty="0"/>
              <a:t>Potential natural resources and food sources available in the Sapphire Marshes Region; However, this is difficult to cultivate and transport because of the marsh environment. </a:t>
            </a:r>
          </a:p>
          <a:p>
            <a:endParaRPr lang="en-US" dirty="0"/>
          </a:p>
        </p:txBody>
      </p:sp>
    </p:spTree>
    <p:extLst>
      <p:ext uri="{BB962C8B-B14F-4D97-AF65-F5344CB8AC3E}">
        <p14:creationId xmlns:p14="http://schemas.microsoft.com/office/powerpoint/2010/main" val="3961896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C8AF09-44AA-3095-223B-4436760CEDE7}"/>
            </a:ext>
          </a:extLst>
        </p:cNvPr>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792EE1-88DB-C33A-85D7-A946D3F83DCF}"/>
              </a:ext>
            </a:extLst>
          </p:cNvPr>
          <p:cNvSpPr>
            <a:spLocks noGrp="1"/>
          </p:cNvSpPr>
          <p:nvPr>
            <p:ph type="title"/>
          </p:nvPr>
        </p:nvSpPr>
        <p:spPr>
          <a:xfrm>
            <a:off x="632611" y="762743"/>
            <a:ext cx="4205769" cy="3566160"/>
          </a:xfrm>
        </p:spPr>
        <p:txBody>
          <a:bodyPr vert="horz" lIns="91440" tIns="45720" rIns="91440" bIns="45720" rtlCol="0" anchor="b">
            <a:normAutofit/>
          </a:bodyPr>
          <a:lstStyle/>
          <a:p>
            <a:r>
              <a:rPr lang="en-US" sz="5000" dirty="0"/>
              <a:t>Game Play – Return to Headquarters…</a:t>
            </a:r>
          </a:p>
        </p:txBody>
      </p:sp>
      <p:sp>
        <p:nvSpPr>
          <p:cNvPr id="62"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Picture 55" descr="A stack of dice on a boardgame">
            <a:extLst>
              <a:ext uri="{FF2B5EF4-FFF2-40B4-BE49-F238E27FC236}">
                <a16:creationId xmlns:a16="http://schemas.microsoft.com/office/drawing/2014/main" id="{D467DFAB-0DF7-75DF-757E-15F2B28F6BF7}"/>
              </a:ext>
            </a:extLst>
          </p:cNvPr>
          <p:cNvPicPr>
            <a:picLocks noChangeAspect="1"/>
          </p:cNvPicPr>
          <p:nvPr/>
        </p:nvPicPr>
        <p:blipFill>
          <a:blip r:embed="rId3"/>
          <a:srcRect t="302" r="7" b="7"/>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402821780"/>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EA528B-4F0A-BA29-8B5E-8946AC606CE4}"/>
            </a:ext>
          </a:extLst>
        </p:cNvPr>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2D490E-4948-9724-F075-DD54CAC9199E}"/>
              </a:ext>
            </a:extLst>
          </p:cNvPr>
          <p:cNvSpPr>
            <a:spLocks noGrp="1"/>
          </p:cNvSpPr>
          <p:nvPr>
            <p:ph type="title"/>
          </p:nvPr>
        </p:nvSpPr>
        <p:spPr>
          <a:xfrm>
            <a:off x="956826" y="1112969"/>
            <a:ext cx="3937298" cy="4166010"/>
          </a:xfrm>
        </p:spPr>
        <p:txBody>
          <a:bodyPr>
            <a:normAutofit/>
          </a:bodyPr>
          <a:lstStyle/>
          <a:p>
            <a:r>
              <a:rPr lang="en-US">
                <a:solidFill>
                  <a:srgbClr val="FFFFFF"/>
                </a:solidFill>
              </a:rPr>
              <a:t>Cultural Competency - Social Identities </a:t>
            </a:r>
          </a:p>
        </p:txBody>
      </p:sp>
      <p:sp>
        <p:nvSpPr>
          <p:cNvPr id="76" name="Freeform: Shape 75">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Shape 76">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DE988AA9-92CF-02A3-26B5-F157972F4993}"/>
              </a:ext>
            </a:extLst>
          </p:cNvPr>
          <p:cNvSpPr>
            <a:spLocks noGrp="1"/>
          </p:cNvSpPr>
          <p:nvPr>
            <p:ph idx="1"/>
          </p:nvPr>
        </p:nvSpPr>
        <p:spPr>
          <a:xfrm>
            <a:off x="6096000" y="820880"/>
            <a:ext cx="5257799" cy="4889350"/>
          </a:xfrm>
        </p:spPr>
        <p:txBody>
          <a:bodyPr vert="horz" lIns="91440" tIns="45720" rIns="91440" bIns="45720" rtlCol="0" anchor="t">
            <a:normAutofit/>
          </a:bodyPr>
          <a:lstStyle/>
          <a:p>
            <a:r>
              <a:rPr lang="en-US" dirty="0"/>
              <a:t>Social Identities – self-concept derived from membership in social groups that are typically culturally or historically defined</a:t>
            </a:r>
          </a:p>
          <a:p>
            <a:r>
              <a:rPr lang="en-US" dirty="0"/>
              <a:t>Both visible and invisible</a:t>
            </a:r>
          </a:p>
          <a:p>
            <a:r>
              <a:rPr lang="en-US" dirty="0"/>
              <a:t>We can't leave group membership at the door! </a:t>
            </a:r>
          </a:p>
          <a:p>
            <a:r>
              <a:rPr lang="en-US" dirty="0"/>
              <a:t>Salience - how much an identity stands out to us or holds a level of importance </a:t>
            </a:r>
          </a:p>
          <a:p>
            <a:endParaRPr lang="en-US"/>
          </a:p>
        </p:txBody>
      </p:sp>
      <p:sp>
        <p:nvSpPr>
          <p:cNvPr id="79" name="Freeform: Shape 78">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995687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53A00DD-856C-CE83-C652-AFD335EE15BF}"/>
              </a:ext>
            </a:extLst>
          </p:cNvPr>
          <p:cNvPicPr>
            <a:picLocks noGrp="1" noChangeAspect="1"/>
          </p:cNvPicPr>
          <p:nvPr>
            <p:ph idx="1"/>
          </p:nvPr>
        </p:nvPicPr>
        <p:blipFill>
          <a:blip r:embed="rId2"/>
          <a:stretch>
            <a:fillRect/>
          </a:stretch>
        </p:blipFill>
        <p:spPr>
          <a:xfrm>
            <a:off x="3049299" y="198304"/>
            <a:ext cx="6325876" cy="6676082"/>
          </a:xfrm>
          <a:prstGeom prst="rect">
            <a:avLst/>
          </a:prstGeom>
        </p:spPr>
      </p:pic>
    </p:spTree>
    <p:extLst>
      <p:ext uri="{BB962C8B-B14F-4D97-AF65-F5344CB8AC3E}">
        <p14:creationId xmlns:p14="http://schemas.microsoft.com/office/powerpoint/2010/main" val="635404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13110D-99F6-A14F-5CAB-F52C48E8E4E3}"/>
            </a:ext>
          </a:extLst>
        </p:cNvPr>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Shape 8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8290BC-E168-23E0-2045-7F0CF06074AA}"/>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Class Community Ground Rules for Today's Game Play</a:t>
            </a:r>
            <a:endParaRPr lang="en-US">
              <a:solidFill>
                <a:srgbClr val="FFFFFF"/>
              </a:solidFill>
            </a:endParaRPr>
          </a:p>
        </p:txBody>
      </p:sp>
      <p:sp>
        <p:nvSpPr>
          <p:cNvPr id="89" name="Arc 8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4" name="Content Placeholder 2">
            <a:extLst>
              <a:ext uri="{FF2B5EF4-FFF2-40B4-BE49-F238E27FC236}">
                <a16:creationId xmlns:a16="http://schemas.microsoft.com/office/drawing/2014/main" id="{0C84BD58-B76F-7C84-A0B3-E41552DA5D00}"/>
              </a:ext>
            </a:extLst>
          </p:cNvPr>
          <p:cNvSpPr>
            <a:spLocks noGrp="1"/>
          </p:cNvSpPr>
          <p:nvPr>
            <p:ph idx="1"/>
          </p:nvPr>
        </p:nvSpPr>
        <p:spPr>
          <a:xfrm>
            <a:off x="4447308" y="591344"/>
            <a:ext cx="6906491" cy="5585619"/>
          </a:xfrm>
        </p:spPr>
        <p:txBody>
          <a:bodyPr vert="horz" lIns="91440" tIns="45720" rIns="91440" bIns="45720" rtlCol="0" anchor="ctr">
            <a:normAutofit/>
          </a:bodyPr>
          <a:lstStyle/>
          <a:p>
            <a:r>
              <a:rPr lang="en-US" dirty="0">
                <a:ea typeface="+mn-lt"/>
                <a:cs typeface="+mn-lt"/>
              </a:rPr>
              <a:t>Lead with curiosity</a:t>
            </a:r>
          </a:p>
          <a:p>
            <a:r>
              <a:rPr lang="en-US" dirty="0">
                <a:ea typeface="+mn-lt"/>
                <a:cs typeface="+mn-lt"/>
              </a:rPr>
              <a:t>Name intent and own impact </a:t>
            </a:r>
          </a:p>
          <a:p>
            <a:r>
              <a:rPr lang="en-US" dirty="0">
                <a:ea typeface="+mn-lt"/>
                <a:cs typeface="+mn-lt"/>
              </a:rPr>
              <a:t>Stories stay, lessons leave</a:t>
            </a:r>
          </a:p>
          <a:p>
            <a:r>
              <a:rPr lang="en-US" dirty="0">
                <a:ea typeface="+mn-lt"/>
                <a:cs typeface="+mn-lt"/>
              </a:rPr>
              <a:t>Make space, take space</a:t>
            </a:r>
          </a:p>
          <a:p>
            <a:r>
              <a:rPr lang="en-US" dirty="0">
                <a:ea typeface="+mn-lt"/>
                <a:cs typeface="+mn-lt"/>
              </a:rPr>
              <a:t>Work to suspend judgment</a:t>
            </a:r>
          </a:p>
          <a:p>
            <a:r>
              <a:rPr lang="en-US" dirty="0">
                <a:ea typeface="+mn-lt"/>
                <a:cs typeface="+mn-lt"/>
              </a:rPr>
              <a:t>Creativity </a:t>
            </a:r>
            <a:r>
              <a:rPr lang="en-US" i="1" dirty="0">
                <a:ea typeface="+mn-lt"/>
                <a:cs typeface="+mn-lt"/>
              </a:rPr>
              <a:t>and</a:t>
            </a:r>
            <a:r>
              <a:rPr lang="en-US" dirty="0">
                <a:ea typeface="+mn-lt"/>
                <a:cs typeface="+mn-lt"/>
              </a:rPr>
              <a:t> Consent Matter</a:t>
            </a:r>
          </a:p>
          <a:p>
            <a:r>
              <a:rPr lang="en-US" dirty="0"/>
              <a:t>Yes, and....</a:t>
            </a:r>
          </a:p>
          <a:p>
            <a:endParaRPr lang="en-US" dirty="0"/>
          </a:p>
          <a:p>
            <a:endParaRPr lang="en-US" dirty="0"/>
          </a:p>
        </p:txBody>
      </p:sp>
    </p:spTree>
    <p:extLst>
      <p:ext uri="{BB962C8B-B14F-4D97-AF65-F5344CB8AC3E}">
        <p14:creationId xmlns:p14="http://schemas.microsoft.com/office/powerpoint/2010/main" val="3742442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161B42-18A1-4C19-78BF-955324DAC5F0}"/>
            </a:ext>
          </a:extLst>
        </p:cNvPr>
        <p:cNvGrpSpPr/>
        <p:nvPr/>
      </p:nvGrpSpPr>
      <p:grpSpPr>
        <a:xfrm>
          <a:off x="0" y="0"/>
          <a:ext cx="0" cy="0"/>
          <a:chOff x="0" y="0"/>
          <a:chExt cx="0" cy="0"/>
        </a:xfrm>
      </p:grpSpPr>
      <p:sp useBgFill="1">
        <p:nvSpPr>
          <p:cNvPr id="99" name="Rectangle 98">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F47167-F540-BA76-6377-C39B16DAA5A8}"/>
              </a:ext>
            </a:extLst>
          </p:cNvPr>
          <p:cNvSpPr>
            <a:spLocks noGrp="1"/>
          </p:cNvSpPr>
          <p:nvPr>
            <p:ph type="title"/>
          </p:nvPr>
        </p:nvSpPr>
        <p:spPr>
          <a:xfrm>
            <a:off x="1171074" y="1396686"/>
            <a:ext cx="3240506" cy="4064628"/>
          </a:xfrm>
        </p:spPr>
        <p:txBody>
          <a:bodyPr>
            <a:normAutofit/>
          </a:bodyPr>
          <a:lstStyle/>
          <a:p>
            <a:r>
              <a:rPr lang="en-US" dirty="0">
                <a:solidFill>
                  <a:srgbClr val="FFFFFF"/>
                </a:solidFill>
              </a:rPr>
              <a:t>Task from Mission Control</a:t>
            </a:r>
          </a:p>
        </p:txBody>
      </p:sp>
      <p:sp>
        <p:nvSpPr>
          <p:cNvPr id="103" name="Arc 102">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5" name="Oval 104">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4" name="Content Placeholder 2">
            <a:extLst>
              <a:ext uri="{FF2B5EF4-FFF2-40B4-BE49-F238E27FC236}">
                <a16:creationId xmlns:a16="http://schemas.microsoft.com/office/drawing/2014/main" id="{9AEC4535-64CB-FD02-93EE-443E37E34CC9}"/>
              </a:ext>
            </a:extLst>
          </p:cNvPr>
          <p:cNvSpPr>
            <a:spLocks noGrp="1"/>
          </p:cNvSpPr>
          <p:nvPr>
            <p:ph idx="1"/>
          </p:nvPr>
        </p:nvSpPr>
        <p:spPr>
          <a:xfrm>
            <a:off x="5370153" y="1526033"/>
            <a:ext cx="6047612" cy="4948065"/>
          </a:xfrm>
        </p:spPr>
        <p:txBody>
          <a:bodyPr vert="horz" lIns="91440" tIns="45720" rIns="91440" bIns="45720" rtlCol="0" anchor="t">
            <a:noAutofit/>
          </a:bodyPr>
          <a:lstStyle/>
          <a:p>
            <a:r>
              <a:rPr lang="en-US" sz="2000" dirty="0">
                <a:ea typeface="+mn-lt"/>
                <a:cs typeface="+mn-lt"/>
              </a:rPr>
              <a:t>Complete the hiring selection of Captain and First Engineer of the four transports leaving </a:t>
            </a:r>
            <a:r>
              <a:rPr lang="en-US" sz="2000" dirty="0" err="1">
                <a:ea typeface="+mn-lt"/>
                <a:cs typeface="+mn-lt"/>
              </a:rPr>
              <a:t>Nemorath</a:t>
            </a:r>
            <a:endParaRPr lang="en-US" sz="2000" dirty="0">
              <a:ea typeface="+mn-lt"/>
              <a:cs typeface="+mn-lt"/>
            </a:endParaRPr>
          </a:p>
          <a:p>
            <a:r>
              <a:rPr lang="en-US" sz="2000" dirty="0">
                <a:ea typeface="+mn-lt"/>
                <a:cs typeface="+mn-lt"/>
              </a:rPr>
              <a:t>Transports have less probability of success due to the rapidly deteriorating conditions  </a:t>
            </a:r>
          </a:p>
          <a:p>
            <a:pPr lvl="1">
              <a:buFont typeface="Courier New" panose="020B0604020202020204" pitchFamily="34" charset="0"/>
              <a:buChar char="o"/>
            </a:pPr>
            <a:r>
              <a:rPr lang="en-US" sz="2000" dirty="0">
                <a:ea typeface="+mn-lt"/>
                <a:cs typeface="+mn-lt"/>
              </a:rPr>
              <a:t>The first transport will have 100% success and survival rate</a:t>
            </a:r>
          </a:p>
          <a:p>
            <a:pPr lvl="1">
              <a:buFont typeface="Courier New" panose="020B0604020202020204" pitchFamily="34" charset="0"/>
              <a:buChar char="o"/>
            </a:pPr>
            <a:r>
              <a:rPr lang="en-US" sz="2000" dirty="0">
                <a:ea typeface="+mn-lt"/>
                <a:cs typeface="+mn-lt"/>
              </a:rPr>
              <a:t>The second will have an 80% chance </a:t>
            </a:r>
          </a:p>
          <a:p>
            <a:pPr lvl="1">
              <a:buFont typeface="Courier New" panose="020B0604020202020204" pitchFamily="34" charset="0"/>
              <a:buChar char="o"/>
            </a:pPr>
            <a:r>
              <a:rPr lang="en-US" sz="2000" dirty="0">
                <a:ea typeface="+mn-lt"/>
                <a:cs typeface="+mn-lt"/>
              </a:rPr>
              <a:t>The third with have 60% chance</a:t>
            </a:r>
            <a:endParaRPr lang="en-US" sz="2000" dirty="0"/>
          </a:p>
          <a:p>
            <a:pPr lvl="1">
              <a:buFont typeface="Courier New" panose="020B0604020202020204" pitchFamily="34" charset="0"/>
              <a:buChar char="o"/>
            </a:pPr>
            <a:r>
              <a:rPr lang="en-US" sz="2000" dirty="0">
                <a:ea typeface="+mn-lt"/>
                <a:cs typeface="+mn-lt"/>
              </a:rPr>
              <a:t> The fourth and final transport has a 40% or less chance </a:t>
            </a:r>
          </a:p>
          <a:p>
            <a:pPr marL="457200" lvl="1" indent="0">
              <a:buNone/>
            </a:pPr>
            <a:r>
              <a:rPr lang="en-US" sz="2000" b="1" dirty="0">
                <a:ea typeface="+mn-lt"/>
                <a:cs typeface="+mn-lt"/>
              </a:rPr>
              <a:t>Make the best choice on which candidates to put on which transport from the profiles given</a:t>
            </a:r>
            <a:endParaRPr lang="en-US" sz="2000" b="1" dirty="0"/>
          </a:p>
        </p:txBody>
      </p:sp>
    </p:spTree>
    <p:extLst>
      <p:ext uri="{BB962C8B-B14F-4D97-AF65-F5344CB8AC3E}">
        <p14:creationId xmlns:p14="http://schemas.microsoft.com/office/powerpoint/2010/main" val="1315460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687EF2-325C-4057-9542-31E190BB6F20}"/>
            </a:ext>
          </a:extLst>
        </p:cNvPr>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6FECDAA7-483D-D322-D603-1F4BC43F7C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Shape 86">
            <a:extLst>
              <a:ext uri="{FF2B5EF4-FFF2-40B4-BE49-F238E27FC236}">
                <a16:creationId xmlns:a16="http://schemas.microsoft.com/office/drawing/2014/main" id="{C8886B85-412D-6108-5B93-56C046BC3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7BD130-86FC-34DD-CBD6-8FC413AE931C}"/>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Debrief &amp; Processing</a:t>
            </a:r>
            <a:endParaRPr lang="en-US" dirty="0"/>
          </a:p>
        </p:txBody>
      </p:sp>
      <p:sp>
        <p:nvSpPr>
          <p:cNvPr id="89" name="Arc 88">
            <a:extLst>
              <a:ext uri="{FF2B5EF4-FFF2-40B4-BE49-F238E27FC236}">
                <a16:creationId xmlns:a16="http://schemas.microsoft.com/office/drawing/2014/main" id="{1839374F-A8AA-F290-2C87-26B9E05CF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4" name="Content Placeholder 2">
            <a:extLst>
              <a:ext uri="{FF2B5EF4-FFF2-40B4-BE49-F238E27FC236}">
                <a16:creationId xmlns:a16="http://schemas.microsoft.com/office/drawing/2014/main" id="{211C528D-C302-2CF0-DAC2-027F8D2CECBC}"/>
              </a:ext>
            </a:extLst>
          </p:cNvPr>
          <p:cNvSpPr>
            <a:spLocks noGrp="1"/>
          </p:cNvSpPr>
          <p:nvPr>
            <p:ph idx="1"/>
          </p:nvPr>
        </p:nvSpPr>
        <p:spPr>
          <a:xfrm>
            <a:off x="4447308" y="591344"/>
            <a:ext cx="6906491" cy="5585619"/>
          </a:xfrm>
        </p:spPr>
        <p:txBody>
          <a:bodyPr vert="horz" lIns="91440" tIns="45720" rIns="91440" bIns="45720" rtlCol="0" anchor="ctr">
            <a:normAutofit/>
          </a:bodyPr>
          <a:lstStyle/>
          <a:p>
            <a:r>
              <a:rPr lang="en-US" dirty="0"/>
              <a:t>1 minute personal written reflection – immediate reactions to your Guild's discussion and role play</a:t>
            </a:r>
          </a:p>
          <a:p>
            <a:pPr marL="0" indent="0">
              <a:buNone/>
            </a:pPr>
            <a:endParaRPr lang="en-US"/>
          </a:p>
          <a:p>
            <a:endParaRPr lang="en-US" dirty="0"/>
          </a:p>
        </p:txBody>
      </p:sp>
    </p:spTree>
    <p:extLst>
      <p:ext uri="{BB962C8B-B14F-4D97-AF65-F5344CB8AC3E}">
        <p14:creationId xmlns:p14="http://schemas.microsoft.com/office/powerpoint/2010/main" val="463379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D49017-47B7-2F1D-BCC8-758D514DB486}"/>
            </a:ext>
          </a:extLst>
        </p:cNvPr>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51F330E5-71E8-802D-D6F4-A0E1B04BC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Shape 86">
            <a:extLst>
              <a:ext uri="{FF2B5EF4-FFF2-40B4-BE49-F238E27FC236}">
                <a16:creationId xmlns:a16="http://schemas.microsoft.com/office/drawing/2014/main" id="{CAB66E93-C89C-5891-4050-BED387B20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DB1F31-F092-3E14-5A1A-1CE9F41FDB57}"/>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Debrief &amp; Processing</a:t>
            </a:r>
            <a:endParaRPr lang="en-US" dirty="0"/>
          </a:p>
        </p:txBody>
      </p:sp>
      <p:sp>
        <p:nvSpPr>
          <p:cNvPr id="89" name="Arc 88">
            <a:extLst>
              <a:ext uri="{FF2B5EF4-FFF2-40B4-BE49-F238E27FC236}">
                <a16:creationId xmlns:a16="http://schemas.microsoft.com/office/drawing/2014/main" id="{C607CB18-CB7D-D27D-6A1B-F1244DCEE9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4" name="Content Placeholder 2">
            <a:extLst>
              <a:ext uri="{FF2B5EF4-FFF2-40B4-BE49-F238E27FC236}">
                <a16:creationId xmlns:a16="http://schemas.microsoft.com/office/drawing/2014/main" id="{1234EDD8-E1FE-64E2-C5C0-7813B27A7216}"/>
              </a:ext>
            </a:extLst>
          </p:cNvPr>
          <p:cNvSpPr>
            <a:spLocks noGrp="1"/>
          </p:cNvSpPr>
          <p:nvPr>
            <p:ph idx="1"/>
          </p:nvPr>
        </p:nvSpPr>
        <p:spPr>
          <a:xfrm>
            <a:off x="4447308" y="1054331"/>
            <a:ext cx="7186213" cy="5971441"/>
          </a:xfrm>
        </p:spPr>
        <p:txBody>
          <a:bodyPr vert="horz" lIns="91440" tIns="45720" rIns="91440" bIns="45720" rtlCol="0" anchor="ctr">
            <a:normAutofit/>
          </a:bodyPr>
          <a:lstStyle/>
          <a:p>
            <a:pPr marL="0" indent="0">
              <a:buNone/>
            </a:pPr>
            <a:r>
              <a:rPr lang="en-US" b="1" dirty="0"/>
              <a:t>Find a partner from a different Guild:</a:t>
            </a:r>
          </a:p>
          <a:p>
            <a:pPr marL="0" indent="0">
              <a:buNone/>
            </a:pPr>
            <a:r>
              <a:rPr lang="en-US" sz="2400" b="1" dirty="0"/>
              <a:t>Sprouts &amp; Builders, </a:t>
            </a:r>
            <a:r>
              <a:rPr lang="en-US" sz="2400" b="1" dirty="0" err="1"/>
              <a:t>LifeWeavers</a:t>
            </a:r>
            <a:r>
              <a:rPr lang="en-US" sz="2400" b="1" dirty="0"/>
              <a:t> &amp; Linkers, </a:t>
            </a:r>
            <a:r>
              <a:rPr lang="en-US" sz="2400" b="1" dirty="0" err="1"/>
              <a:t>Radiants</a:t>
            </a:r>
            <a:r>
              <a:rPr lang="en-US" sz="2400" b="1" dirty="0"/>
              <a:t> &amp; PSA</a:t>
            </a:r>
          </a:p>
          <a:p>
            <a:pPr marL="0" indent="0">
              <a:buNone/>
            </a:pPr>
            <a:endParaRPr lang="en-US" dirty="0">
              <a:ea typeface="+mn-lt"/>
              <a:cs typeface="+mn-lt"/>
            </a:endParaRPr>
          </a:p>
          <a:p>
            <a:pPr lvl="1">
              <a:buFont typeface="Courier New" panose="020B0604020202020204" pitchFamily="34" charset="0"/>
              <a:buChar char="o"/>
            </a:pPr>
            <a:r>
              <a:rPr lang="en-US" dirty="0">
                <a:ea typeface="+mn-lt"/>
                <a:cs typeface="+mn-lt"/>
              </a:rPr>
              <a:t>What did you notice during your Guild discussion, both within yourself and within the group?</a:t>
            </a:r>
          </a:p>
          <a:p>
            <a:pPr lvl="1">
              <a:buFont typeface="Courier New" panose="020B0604020202020204" pitchFamily="34" charset="0"/>
              <a:buChar char="o"/>
            </a:pPr>
            <a:r>
              <a:rPr lang="en-US" dirty="0">
                <a:ea typeface="+mn-lt"/>
                <a:cs typeface="+mn-lt"/>
              </a:rPr>
              <a:t>What criteria did your Guild use first when ranking candidates? Were they explicit or did they emerge as you talked?</a:t>
            </a:r>
          </a:p>
          <a:p>
            <a:pPr lvl="1">
              <a:buFont typeface="Courier New" panose="020B0604020202020204" pitchFamily="34" charset="0"/>
              <a:buChar char="o"/>
            </a:pPr>
            <a:r>
              <a:rPr lang="en-US" dirty="0">
                <a:ea typeface="+mn-lt"/>
                <a:cs typeface="+mn-lt"/>
              </a:rPr>
              <a:t>At what point, if any, did a candidate's identity enter the conversation?</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3945496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DEE28D-DCFE-E08B-F0C7-2BD5C7BC934D}"/>
            </a:ext>
          </a:extLst>
        </p:cNvPr>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6322B697-7C51-ABF1-ACB3-3160CB05E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Shape 86">
            <a:extLst>
              <a:ext uri="{FF2B5EF4-FFF2-40B4-BE49-F238E27FC236}">
                <a16:creationId xmlns:a16="http://schemas.microsoft.com/office/drawing/2014/main" id="{504B6CFC-081E-293C-118D-CF6FA602F3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48044E-A668-A1BE-A522-ADB81A2EDF97}"/>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Debrief &amp; Processing</a:t>
            </a:r>
            <a:endParaRPr lang="en-US" dirty="0"/>
          </a:p>
        </p:txBody>
      </p:sp>
      <p:sp>
        <p:nvSpPr>
          <p:cNvPr id="89" name="Arc 88">
            <a:extLst>
              <a:ext uri="{FF2B5EF4-FFF2-40B4-BE49-F238E27FC236}">
                <a16:creationId xmlns:a16="http://schemas.microsoft.com/office/drawing/2014/main" id="{5B9669DA-7CEA-10CA-E2AB-1DDDFAA4BB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4" name="Content Placeholder 2">
            <a:extLst>
              <a:ext uri="{FF2B5EF4-FFF2-40B4-BE49-F238E27FC236}">
                <a16:creationId xmlns:a16="http://schemas.microsoft.com/office/drawing/2014/main" id="{1325D1EC-A656-1721-2394-D2ACA7FE01AC}"/>
              </a:ext>
            </a:extLst>
          </p:cNvPr>
          <p:cNvSpPr>
            <a:spLocks noGrp="1"/>
          </p:cNvSpPr>
          <p:nvPr>
            <p:ph idx="1"/>
          </p:nvPr>
        </p:nvSpPr>
        <p:spPr>
          <a:xfrm>
            <a:off x="4447308" y="1054331"/>
            <a:ext cx="7186213" cy="5971441"/>
          </a:xfrm>
        </p:spPr>
        <p:txBody>
          <a:bodyPr vert="horz" lIns="91440" tIns="45720" rIns="91440" bIns="45720" rtlCol="0" anchor="ctr">
            <a:normAutofit/>
          </a:bodyPr>
          <a:lstStyle/>
          <a:p>
            <a:pPr marL="0" indent="0">
              <a:buNone/>
            </a:pPr>
            <a:r>
              <a:rPr lang="en-US" sz="2400" b="1" dirty="0"/>
              <a:t>Pair up with another partner pair from a different Guild group for a group of 4:</a:t>
            </a:r>
            <a:endParaRPr lang="en-US" dirty="0"/>
          </a:p>
          <a:p>
            <a:pPr lvl="1">
              <a:buFont typeface="Courier New,monospace" panose="020B0604020202020204" pitchFamily="34" charset="0"/>
              <a:buChar char="o"/>
            </a:pPr>
            <a:endParaRPr lang="en-US" dirty="0">
              <a:ea typeface="+mn-lt"/>
              <a:cs typeface="+mn-lt"/>
            </a:endParaRPr>
          </a:p>
          <a:p>
            <a:pPr lvl="1">
              <a:buFont typeface="Courier New,monospace" panose="020B0604020202020204" pitchFamily="34" charset="0"/>
              <a:buChar char="o"/>
            </a:pPr>
            <a:r>
              <a:rPr lang="en-US" dirty="0">
                <a:ea typeface="+mn-lt"/>
                <a:cs typeface="+mn-lt"/>
              </a:rPr>
              <a:t>Did any identity factors get treated as risks to manage, and others as neutral? Which ones, and why?</a:t>
            </a:r>
            <a:endParaRPr lang="en-US" dirty="0"/>
          </a:p>
          <a:p>
            <a:pPr lvl="1">
              <a:buFont typeface="Courier New,monospace" panose="020B0604020202020204" pitchFamily="34" charset="0"/>
              <a:buChar char="o"/>
            </a:pPr>
            <a:r>
              <a:rPr lang="en-US" dirty="0"/>
              <a:t>What role did </a:t>
            </a:r>
            <a:r>
              <a:rPr lang="en-US" i="1" dirty="0"/>
              <a:t>identity salience</a:t>
            </a:r>
            <a:r>
              <a:rPr lang="en-US" dirty="0"/>
              <a:t> play in your Guild's ranking?</a:t>
            </a:r>
          </a:p>
          <a:p>
            <a:pPr lvl="1">
              <a:buFont typeface="Courier New" panose="020B0604020202020204" pitchFamily="34" charset="0"/>
              <a:buChar char="o"/>
            </a:pPr>
            <a:endParaRPr lang="en-US" dirty="0"/>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56280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6500CF-3E5C-039E-6901-A17B1DF79BE6}"/>
            </a:ext>
          </a:extLst>
        </p:cNvPr>
        <p:cNvGrpSpPr/>
        <p:nvPr/>
      </p:nvGrpSpPr>
      <p:grpSpPr>
        <a:xfrm>
          <a:off x="0" y="0"/>
          <a:ext cx="0" cy="0"/>
          <a:chOff x="0" y="0"/>
          <a:chExt cx="0" cy="0"/>
        </a:xfrm>
      </p:grpSpPr>
      <p:sp useBgFill="1">
        <p:nvSpPr>
          <p:cNvPr id="99" name="Rectangle 98">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DBFF0A-2814-2D2E-53DB-1C28D2BF0A9F}"/>
              </a:ext>
            </a:extLst>
          </p:cNvPr>
          <p:cNvSpPr>
            <a:spLocks noGrp="1"/>
          </p:cNvSpPr>
          <p:nvPr>
            <p:ph type="title"/>
          </p:nvPr>
        </p:nvSpPr>
        <p:spPr>
          <a:xfrm>
            <a:off x="838200" y="365125"/>
            <a:ext cx="5558489" cy="1325563"/>
          </a:xfrm>
        </p:spPr>
        <p:txBody>
          <a:bodyPr>
            <a:normAutofit/>
          </a:bodyPr>
          <a:lstStyle/>
          <a:p>
            <a:r>
              <a:rPr lang="en-US"/>
              <a:t>Debrief &amp; Processing – Large Group Themes</a:t>
            </a:r>
            <a:endParaRPr lang="en-US" dirty="0"/>
          </a:p>
        </p:txBody>
      </p:sp>
      <p:sp>
        <p:nvSpPr>
          <p:cNvPr id="101" name="Freeform: Shape 100">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4" name="Content Placeholder 2">
            <a:extLst>
              <a:ext uri="{FF2B5EF4-FFF2-40B4-BE49-F238E27FC236}">
                <a16:creationId xmlns:a16="http://schemas.microsoft.com/office/drawing/2014/main" id="{B1E91285-0147-84AF-E41E-EA59EABADC02}"/>
              </a:ext>
            </a:extLst>
          </p:cNvPr>
          <p:cNvSpPr>
            <a:spLocks noGrp="1"/>
          </p:cNvSpPr>
          <p:nvPr>
            <p:ph idx="1"/>
          </p:nvPr>
        </p:nvSpPr>
        <p:spPr>
          <a:xfrm>
            <a:off x="838200" y="1825625"/>
            <a:ext cx="5558489" cy="4351338"/>
          </a:xfrm>
        </p:spPr>
        <p:txBody>
          <a:bodyPr vert="horz" lIns="91440" tIns="45720" rIns="91440" bIns="45720" rtlCol="0">
            <a:normAutofit/>
          </a:bodyPr>
          <a:lstStyle/>
          <a:p>
            <a:endParaRPr lang="en-US" dirty="0"/>
          </a:p>
          <a:p>
            <a:pPr marL="0" indent="0">
              <a:buNone/>
            </a:pPr>
            <a:endParaRPr lang="en-US"/>
          </a:p>
          <a:p>
            <a:endParaRPr lang="en-US" dirty="0"/>
          </a:p>
        </p:txBody>
      </p:sp>
      <p:sp>
        <p:nvSpPr>
          <p:cNvPr id="103" name="Oval 102">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Block Arc 104">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7" name="Freeform: Shape 106">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09" name="Straight Connector 108">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11" name="Freeform: Shape 110">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113" name="Arc 112">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5" name="Freeform: Shape 114">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5381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99402A-D32B-C2D8-8C4C-DA51E6BD3139}"/>
            </a:ext>
          </a:extLst>
        </p:cNvPr>
        <p:cNvGrpSpPr/>
        <p:nvPr/>
      </p:nvGrpSpPr>
      <p:grpSpPr>
        <a:xfrm>
          <a:off x="0" y="0"/>
          <a:ext cx="0" cy="0"/>
          <a:chOff x="0" y="0"/>
          <a:chExt cx="0" cy="0"/>
        </a:xfrm>
      </p:grpSpPr>
      <p:sp useBgFill="1">
        <p:nvSpPr>
          <p:cNvPr id="120" name="Rectangle 119">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Rounded Corners 121">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534F4-9825-B489-01DA-AD97DE1A3E9E}"/>
              </a:ext>
            </a:extLst>
          </p:cNvPr>
          <p:cNvSpPr>
            <a:spLocks noGrp="1"/>
          </p:cNvSpPr>
          <p:nvPr>
            <p:ph type="title"/>
          </p:nvPr>
        </p:nvSpPr>
        <p:spPr>
          <a:xfrm>
            <a:off x="956826" y="1112969"/>
            <a:ext cx="3937298" cy="4166010"/>
          </a:xfrm>
        </p:spPr>
        <p:txBody>
          <a:bodyPr>
            <a:normAutofit/>
          </a:bodyPr>
          <a:lstStyle/>
          <a:p>
            <a:r>
              <a:rPr lang="en-US" dirty="0">
                <a:solidFill>
                  <a:srgbClr val="FFFFFF"/>
                </a:solidFill>
              </a:rPr>
              <a:t>Student Co-GMs Eval, Belonging Survey &amp; Next Class To-Dos</a:t>
            </a:r>
          </a:p>
        </p:txBody>
      </p:sp>
      <p:sp>
        <p:nvSpPr>
          <p:cNvPr id="124" name="Freeform: Shape 123">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6" name="Freeform: Shape 125">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4" name="Content Placeholder 2">
            <a:extLst>
              <a:ext uri="{FF2B5EF4-FFF2-40B4-BE49-F238E27FC236}">
                <a16:creationId xmlns:a16="http://schemas.microsoft.com/office/drawing/2014/main" id="{E64B39C8-7310-9B40-FAE8-9D08ACC3C190}"/>
              </a:ext>
            </a:extLst>
          </p:cNvPr>
          <p:cNvSpPr>
            <a:spLocks noGrp="1"/>
          </p:cNvSpPr>
          <p:nvPr>
            <p:ph idx="1"/>
          </p:nvPr>
        </p:nvSpPr>
        <p:spPr>
          <a:xfrm>
            <a:off x="6096000" y="820880"/>
            <a:ext cx="5257799" cy="4889350"/>
          </a:xfrm>
        </p:spPr>
        <p:txBody>
          <a:bodyPr vert="horz" lIns="91440" tIns="45720" rIns="91440" bIns="45720" rtlCol="0">
            <a:normAutofit/>
          </a:bodyPr>
          <a:lstStyle/>
          <a:p>
            <a:endParaRPr lang="en-US" dirty="0"/>
          </a:p>
          <a:p>
            <a:pPr marL="0" indent="0">
              <a:buNone/>
            </a:pPr>
            <a:endParaRPr lang="en-US"/>
          </a:p>
          <a:p>
            <a:endParaRPr lang="en-US" dirty="0"/>
          </a:p>
        </p:txBody>
      </p:sp>
      <p:sp>
        <p:nvSpPr>
          <p:cNvPr id="130" name="Freeform: Shape 129">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extBox 2">
            <a:extLst>
              <a:ext uri="{FF2B5EF4-FFF2-40B4-BE49-F238E27FC236}">
                <a16:creationId xmlns:a16="http://schemas.microsoft.com/office/drawing/2014/main" id="{829B2683-B611-63BB-1204-5AB9CE6E8A40}"/>
              </a:ext>
            </a:extLst>
          </p:cNvPr>
          <p:cNvSpPr txBox="1"/>
          <p:nvPr/>
        </p:nvSpPr>
        <p:spPr>
          <a:xfrm>
            <a:off x="5868517" y="445125"/>
            <a:ext cx="6020130"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Right Now: </a:t>
            </a:r>
            <a:endParaRPr lang="en-US"/>
          </a:p>
          <a:p>
            <a:pPr marL="342900" indent="-342900">
              <a:buFont typeface="Arial"/>
              <a:buChar char="•"/>
            </a:pPr>
            <a:r>
              <a:rPr lang="en-US" sz="2400" b="1" dirty="0"/>
              <a:t>Complete eval for this week's Co-GMs </a:t>
            </a:r>
          </a:p>
          <a:p>
            <a:pPr marL="342900" indent="-342900">
              <a:buFont typeface="Arial"/>
              <a:buChar char="•"/>
            </a:pPr>
            <a:r>
              <a:rPr lang="en-US" sz="2400" b="1" dirty="0"/>
              <a:t>Complete Belonging Survey</a:t>
            </a:r>
            <a:endParaRPr lang="en-US" dirty="0"/>
          </a:p>
          <a:p>
            <a:endParaRPr lang="en-US" sz="2400" b="1" dirty="0"/>
          </a:p>
          <a:p>
            <a:r>
              <a:rPr lang="en-US" sz="2400" b="1" dirty="0"/>
              <a:t>Before Next Class:</a:t>
            </a:r>
          </a:p>
          <a:p>
            <a:pPr marL="342900" indent="-342900">
              <a:buFont typeface="Arial"/>
              <a:buChar char="•"/>
            </a:pPr>
            <a:r>
              <a:rPr lang="en-US" sz="2400" dirty="0"/>
              <a:t>Complete Cultural Competency Assignments  (if have not already): Identity Wheel &amp; Personal Cultural Competency Assessment (options)</a:t>
            </a:r>
          </a:p>
          <a:p>
            <a:pPr marL="342900" indent="-342900">
              <a:buFont typeface="Arial"/>
              <a:buChar char="•"/>
            </a:pPr>
            <a:r>
              <a:rPr lang="en-US" sz="2400" dirty="0"/>
              <a:t>Review Week 7 LMS Overview and any pre-class to-dos</a:t>
            </a:r>
          </a:p>
          <a:p>
            <a:pPr marL="342900" indent="-342900">
              <a:buFont typeface="Arial"/>
              <a:buChar char="•"/>
            </a:pPr>
            <a:r>
              <a:rPr lang="en-US" sz="2400" dirty="0"/>
              <a:t>Will be working in Guilds to prepare for receiving transports</a:t>
            </a:r>
          </a:p>
          <a:p>
            <a:endParaRPr lang="en-US" sz="2400" b="1" dirty="0"/>
          </a:p>
          <a:p>
            <a:pPr marL="342900" indent="-342900">
              <a:buFont typeface="Arial"/>
              <a:buChar char="•"/>
            </a:pPr>
            <a:endParaRPr lang="en-US" sz="2400" b="1" dirty="0"/>
          </a:p>
          <a:p>
            <a:endParaRPr lang="en-US" dirty="0"/>
          </a:p>
        </p:txBody>
      </p:sp>
    </p:spTree>
    <p:extLst>
      <p:ext uri="{BB962C8B-B14F-4D97-AF65-F5344CB8AC3E}">
        <p14:creationId xmlns:p14="http://schemas.microsoft.com/office/powerpoint/2010/main" val="3539278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26EDE-7159-468B-91DF-366327E56D42}"/>
              </a:ext>
            </a:extLst>
          </p:cNvPr>
          <p:cNvSpPr>
            <a:spLocks noGrp="1"/>
          </p:cNvSpPr>
          <p:nvPr>
            <p:ph type="title"/>
          </p:nvPr>
        </p:nvSpPr>
        <p:spPr/>
        <p:txBody>
          <a:bodyPr/>
          <a:lstStyle/>
          <a:p>
            <a:r>
              <a:rPr lang="en-US" dirty="0"/>
              <a:t>Student Co-GM Evals </a:t>
            </a:r>
          </a:p>
        </p:txBody>
      </p:sp>
      <p:pic>
        <p:nvPicPr>
          <p:cNvPr id="7" name="Content Placeholder 6">
            <a:extLst>
              <a:ext uri="{FF2B5EF4-FFF2-40B4-BE49-F238E27FC236}">
                <a16:creationId xmlns:a16="http://schemas.microsoft.com/office/drawing/2014/main" id="{AE9A9D72-0C2C-95D8-F2DA-134C97AF78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56008" y="2012187"/>
            <a:ext cx="3683479" cy="3683479"/>
          </a:xfrm>
          <a:prstGeom prst="rect">
            <a:avLst/>
          </a:prstGeom>
        </p:spPr>
      </p:pic>
    </p:spTree>
    <p:extLst>
      <p:ext uri="{BB962C8B-B14F-4D97-AF65-F5344CB8AC3E}">
        <p14:creationId xmlns:p14="http://schemas.microsoft.com/office/powerpoint/2010/main" val="386783029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186</TotalTime>
  <Words>777</Words>
  <Application>Microsoft Office PowerPoint</Application>
  <PresentationFormat>Widescreen</PresentationFormat>
  <Paragraphs>75</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Display</vt:lpstr>
      <vt:lpstr>Arial</vt:lpstr>
      <vt:lpstr>Calibri</vt:lpstr>
      <vt:lpstr>Courier New</vt:lpstr>
      <vt:lpstr>Courier New,monospace</vt:lpstr>
      <vt:lpstr>Office Theme</vt:lpstr>
      <vt:lpstr>ENGR 4010: Professional Development Leadership Competencies</vt:lpstr>
      <vt:lpstr>Guild Check-In</vt:lpstr>
      <vt:lpstr>Results of Mission Priorities Moving Forward...</vt:lpstr>
      <vt:lpstr>Results of Dice Rolls on  All-Guild Meeting Priorities (7):</vt:lpstr>
      <vt:lpstr>Game Play – Return to Headquarters…</vt:lpstr>
      <vt:lpstr>Cultural Competency - Social Identities </vt:lpstr>
      <vt:lpstr>PowerPoint Presentation</vt:lpstr>
      <vt:lpstr>Class Community Ground Rules for Today's Game Play</vt:lpstr>
      <vt:lpstr>Task from Mission Control</vt:lpstr>
      <vt:lpstr>Debrief &amp; Processing</vt:lpstr>
      <vt:lpstr>Debrief &amp; Processing</vt:lpstr>
      <vt:lpstr>Debrief &amp; Processing</vt:lpstr>
      <vt:lpstr>Debrief &amp; Processing – Large Group Themes</vt:lpstr>
      <vt:lpstr>Student Co-GMs Eval, Belonging Survey &amp; Next Class To-Dos</vt:lpstr>
      <vt:lpstr>Student Co-GM Evals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Teig, Trisha</cp:lastModifiedBy>
  <cp:revision>253</cp:revision>
  <dcterms:created xsi:type="dcterms:W3CDTF">2026-09-22T14:21:37Z</dcterms:created>
  <dcterms:modified xsi:type="dcterms:W3CDTF">2026-10-06T18:14:34Z</dcterms:modified>
</cp:coreProperties>
</file>